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handoutMasterIdLst>
    <p:handoutMasterId r:id="rId75"/>
  </p:handoutMasterIdLst>
  <p:sldIdLst>
    <p:sldId id="346" r:id="rId3"/>
    <p:sldId id="426" r:id="rId5"/>
    <p:sldId id="588" r:id="rId6"/>
    <p:sldId id="559" r:id="rId7"/>
    <p:sldId id="427" r:id="rId8"/>
    <p:sldId id="428" r:id="rId9"/>
    <p:sldId id="429" r:id="rId10"/>
    <p:sldId id="430" r:id="rId11"/>
    <p:sldId id="431" r:id="rId12"/>
    <p:sldId id="561" r:id="rId13"/>
    <p:sldId id="562" r:id="rId14"/>
    <p:sldId id="563" r:id="rId15"/>
    <p:sldId id="433" r:id="rId16"/>
    <p:sldId id="564" r:id="rId17"/>
    <p:sldId id="565" r:id="rId18"/>
    <p:sldId id="434" r:id="rId19"/>
    <p:sldId id="435" r:id="rId20"/>
    <p:sldId id="566" r:id="rId21"/>
    <p:sldId id="567" r:id="rId22"/>
    <p:sldId id="568" r:id="rId23"/>
    <p:sldId id="436" r:id="rId24"/>
    <p:sldId id="437" r:id="rId25"/>
    <p:sldId id="569" r:id="rId26"/>
    <p:sldId id="570" r:id="rId27"/>
    <p:sldId id="571" r:id="rId28"/>
    <p:sldId id="438" r:id="rId29"/>
    <p:sldId id="439" r:id="rId30"/>
    <p:sldId id="590" r:id="rId31"/>
    <p:sldId id="620" r:id="rId32"/>
    <p:sldId id="606" r:id="rId33"/>
    <p:sldId id="445" r:id="rId34"/>
    <p:sldId id="583" r:id="rId35"/>
    <p:sldId id="584" r:id="rId36"/>
    <p:sldId id="585" r:id="rId37"/>
    <p:sldId id="586" r:id="rId38"/>
    <p:sldId id="591" r:id="rId39"/>
    <p:sldId id="607" r:id="rId40"/>
    <p:sldId id="608" r:id="rId41"/>
    <p:sldId id="609" r:id="rId42"/>
    <p:sldId id="610" r:id="rId43"/>
    <p:sldId id="611" r:id="rId44"/>
    <p:sldId id="596" r:id="rId45"/>
    <p:sldId id="612" r:id="rId46"/>
    <p:sldId id="597" r:id="rId47"/>
    <p:sldId id="613" r:id="rId48"/>
    <p:sldId id="614" r:id="rId49"/>
    <p:sldId id="615" r:id="rId50"/>
    <p:sldId id="616" r:id="rId51"/>
    <p:sldId id="617" r:id="rId52"/>
    <p:sldId id="598" r:id="rId53"/>
    <p:sldId id="618" r:id="rId54"/>
    <p:sldId id="599" r:id="rId55"/>
    <p:sldId id="446" r:id="rId56"/>
    <p:sldId id="587" r:id="rId57"/>
    <p:sldId id="619" r:id="rId58"/>
    <p:sldId id="440" r:id="rId59"/>
    <p:sldId id="441" r:id="rId60"/>
    <p:sldId id="572" r:id="rId61"/>
    <p:sldId id="574" r:id="rId62"/>
    <p:sldId id="442" r:id="rId63"/>
    <p:sldId id="575" r:id="rId64"/>
    <p:sldId id="576" r:id="rId65"/>
    <p:sldId id="577" r:id="rId66"/>
    <p:sldId id="443" r:id="rId67"/>
    <p:sldId id="578" r:id="rId68"/>
    <p:sldId id="579" r:id="rId69"/>
    <p:sldId id="444" r:id="rId70"/>
    <p:sldId id="580" r:id="rId71"/>
    <p:sldId id="581" r:id="rId72"/>
    <p:sldId id="582" r:id="rId73"/>
    <p:sldId id="344" r:id="rId74"/>
  </p:sldIdLst>
  <p:sldSz cx="12192000" cy="6858000"/>
  <p:notesSz cx="6858000" cy="9144000"/>
  <p:custDataLst>
    <p:tags r:id="rId80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7" name="熊仪_aYju7RJj" initials="熊" lastIdx="0" clrIdx="0"/>
  <p:cmAuthor id="1" name="哒哒 熊猫" initials="哒哒" lastIdx="1" clrIdx="0"/>
  <p:cmAuthor id="8" name="yifei" initials="y" lastIdx="1" clrIdx="7"/>
  <p:cmAuthor id="2" name="kingsoft" initials="k" lastIdx="1" clrIdx="1"/>
  <p:cmAuthor id="9" name="ADMIN" initials="A" lastIdx="1" clrIdx="8"/>
  <p:cmAuthor id="3" name="zhouzean" initials="z" lastIdx="1" clrIdx="2"/>
  <p:cmAuthor id="4" name="李鹏飞_6bQfzI3a" initials="李" lastIdx="0" clrIdx="0"/>
  <p:cmAuthor id="5" name="李晓菲_MZFnUzi6" initials="李" lastIdx="0" clrIdx="0"/>
  <p:cmAuthor id="6" name="小珞_QjMfU7FR" initials="小" lastIdx="0" clrIdx="0"/>
  <p:cmAuthor id="2001" name="骆倩怡_Znauj26B" initials="authorId_382814100" lastIdx="0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E2432"/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howGuides="1">
      <p:cViewPr varScale="1">
        <p:scale>
          <a:sx n="10" d="100"/>
          <a:sy n="10" d="100"/>
        </p:scale>
        <p:origin x="-197" y="2280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0" Type="http://schemas.openxmlformats.org/officeDocument/2006/relationships/tags" Target="tags/tag172.xml"/><Relationship Id="rId8" Type="http://schemas.openxmlformats.org/officeDocument/2006/relationships/slide" Target="slides/slide5.xml"/><Relationship Id="rId79" Type="http://schemas.openxmlformats.org/officeDocument/2006/relationships/commentAuthors" Target="commentAuthors.xml"/><Relationship Id="rId78" Type="http://schemas.openxmlformats.org/officeDocument/2006/relationships/tableStyles" Target="tableStyles.xml"/><Relationship Id="rId77" Type="http://schemas.openxmlformats.org/officeDocument/2006/relationships/viewProps" Target="viewProps.xml"/><Relationship Id="rId76" Type="http://schemas.openxmlformats.org/officeDocument/2006/relationships/presProps" Target="presProps.xml"/><Relationship Id="rId75" Type="http://schemas.openxmlformats.org/officeDocument/2006/relationships/handoutMaster" Target="handoutMasters/handoutMaster1.xml"/><Relationship Id="rId74" Type="http://schemas.openxmlformats.org/officeDocument/2006/relationships/slide" Target="slides/slide71.xml"/><Relationship Id="rId73" Type="http://schemas.openxmlformats.org/officeDocument/2006/relationships/slide" Target="slides/slide70.xml"/><Relationship Id="rId72" Type="http://schemas.openxmlformats.org/officeDocument/2006/relationships/slide" Target="slides/slide69.xml"/><Relationship Id="rId71" Type="http://schemas.openxmlformats.org/officeDocument/2006/relationships/slide" Target="slides/slide68.xml"/><Relationship Id="rId70" Type="http://schemas.openxmlformats.org/officeDocument/2006/relationships/slide" Target="slides/slide67.xml"/><Relationship Id="rId7" Type="http://schemas.openxmlformats.org/officeDocument/2006/relationships/slide" Target="slides/slide4.xml"/><Relationship Id="rId69" Type="http://schemas.openxmlformats.org/officeDocument/2006/relationships/slide" Target="slides/slide66.xml"/><Relationship Id="rId68" Type="http://schemas.openxmlformats.org/officeDocument/2006/relationships/slide" Target="slides/slide65.xml"/><Relationship Id="rId67" Type="http://schemas.openxmlformats.org/officeDocument/2006/relationships/slide" Target="slides/slide64.xml"/><Relationship Id="rId66" Type="http://schemas.openxmlformats.org/officeDocument/2006/relationships/slide" Target="slides/slide63.xml"/><Relationship Id="rId65" Type="http://schemas.openxmlformats.org/officeDocument/2006/relationships/slide" Target="slides/slide62.xml"/><Relationship Id="rId64" Type="http://schemas.openxmlformats.org/officeDocument/2006/relationships/slide" Target="slides/slide61.xml"/><Relationship Id="rId63" Type="http://schemas.openxmlformats.org/officeDocument/2006/relationships/slide" Target="slides/slide60.xml"/><Relationship Id="rId62" Type="http://schemas.openxmlformats.org/officeDocument/2006/relationships/slide" Target="slides/slide59.xml"/><Relationship Id="rId61" Type="http://schemas.openxmlformats.org/officeDocument/2006/relationships/slide" Target="slides/slide58.xml"/><Relationship Id="rId60" Type="http://schemas.openxmlformats.org/officeDocument/2006/relationships/slide" Target="slides/slide57.xml"/><Relationship Id="rId6" Type="http://schemas.openxmlformats.org/officeDocument/2006/relationships/slide" Target="slides/slide3.xml"/><Relationship Id="rId59" Type="http://schemas.openxmlformats.org/officeDocument/2006/relationships/slide" Target="slides/slide56.xml"/><Relationship Id="rId58" Type="http://schemas.openxmlformats.org/officeDocument/2006/relationships/slide" Target="slides/slide55.xml"/><Relationship Id="rId57" Type="http://schemas.openxmlformats.org/officeDocument/2006/relationships/slide" Target="slides/slide54.xml"/><Relationship Id="rId56" Type="http://schemas.openxmlformats.org/officeDocument/2006/relationships/slide" Target="slides/slide53.xml"/><Relationship Id="rId55" Type="http://schemas.openxmlformats.org/officeDocument/2006/relationships/slide" Target="slides/slide52.xml"/><Relationship Id="rId54" Type="http://schemas.openxmlformats.org/officeDocument/2006/relationships/slide" Target="slides/slide51.xml"/><Relationship Id="rId53" Type="http://schemas.openxmlformats.org/officeDocument/2006/relationships/slide" Target="slides/slide50.xml"/><Relationship Id="rId52" Type="http://schemas.openxmlformats.org/officeDocument/2006/relationships/slide" Target="slides/slide49.xml"/><Relationship Id="rId51" Type="http://schemas.openxmlformats.org/officeDocument/2006/relationships/slide" Target="slides/slide48.xml"/><Relationship Id="rId50" Type="http://schemas.openxmlformats.org/officeDocument/2006/relationships/slide" Target="slides/slide47.xml"/><Relationship Id="rId5" Type="http://schemas.openxmlformats.org/officeDocument/2006/relationships/slide" Target="slides/slide2.xml"/><Relationship Id="rId49" Type="http://schemas.openxmlformats.org/officeDocument/2006/relationships/slide" Target="slides/slide46.xml"/><Relationship Id="rId48" Type="http://schemas.openxmlformats.org/officeDocument/2006/relationships/slide" Target="slides/slide45.xml"/><Relationship Id="rId47" Type="http://schemas.openxmlformats.org/officeDocument/2006/relationships/slide" Target="slides/slide44.xml"/><Relationship Id="rId46" Type="http://schemas.openxmlformats.org/officeDocument/2006/relationships/slide" Target="slides/slide43.xml"/><Relationship Id="rId45" Type="http://schemas.openxmlformats.org/officeDocument/2006/relationships/slide" Target="slides/slide42.xml"/><Relationship Id="rId44" Type="http://schemas.openxmlformats.org/officeDocument/2006/relationships/slide" Target="slides/slide41.xml"/><Relationship Id="rId43" Type="http://schemas.openxmlformats.org/officeDocument/2006/relationships/slide" Target="slides/slide40.xml"/><Relationship Id="rId42" Type="http://schemas.openxmlformats.org/officeDocument/2006/relationships/slide" Target="slides/slide39.xml"/><Relationship Id="rId41" Type="http://schemas.openxmlformats.org/officeDocument/2006/relationships/slide" Target="slides/slide38.xml"/><Relationship Id="rId40" Type="http://schemas.openxmlformats.org/officeDocument/2006/relationships/slide" Target="slides/slide37.xml"/><Relationship Id="rId4" Type="http://schemas.openxmlformats.org/officeDocument/2006/relationships/notesMaster" Target="notesMasters/notesMaster1.xml"/><Relationship Id="rId39" Type="http://schemas.openxmlformats.org/officeDocument/2006/relationships/slide" Target="slides/slide36.xml"/><Relationship Id="rId38" Type="http://schemas.openxmlformats.org/officeDocument/2006/relationships/slide" Target="slides/slide35.xml"/><Relationship Id="rId37" Type="http://schemas.openxmlformats.org/officeDocument/2006/relationships/slide" Target="slides/slide34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>
              <a:latin typeface="MiSans Normal" panose="00000500000000000000" charset="-122"/>
              <a:ea typeface="MiSans Normal" panose="00000500000000000000" charset="-122"/>
              <a:cs typeface="MiSans Normal" panose="00000500000000000000" charset="-122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>
                <a:latin typeface="MiSans Normal" panose="00000500000000000000" charset="-122"/>
                <a:ea typeface="MiSans Normal" panose="00000500000000000000" charset="-122"/>
                <a:cs typeface="MiSans Normal" panose="00000500000000000000" charset="-122"/>
              </a:rPr>
            </a:fld>
            <a:endParaRPr lang="zh-CN" altLang="en-US">
              <a:latin typeface="MiSans Normal" panose="00000500000000000000" charset="-122"/>
              <a:ea typeface="MiSans Normal" panose="00000500000000000000" charset="-122"/>
              <a:cs typeface="MiSans Normal" panose="00000500000000000000" charset="-122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>
              <a:latin typeface="MiSans Normal" panose="00000500000000000000" charset="-122"/>
              <a:ea typeface="MiSans Normal" panose="00000500000000000000" charset="-122"/>
              <a:cs typeface="MiSans Normal" panose="00000500000000000000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>
                <a:latin typeface="MiSans Normal" panose="00000500000000000000" charset="-122"/>
                <a:ea typeface="MiSans Normal" panose="00000500000000000000" charset="-122"/>
                <a:cs typeface="MiSans Normal" panose="00000500000000000000" charset="-122"/>
              </a:rPr>
            </a:fld>
            <a:endParaRPr lang="zh-CN" altLang="en-US">
              <a:latin typeface="MiSans Normal" panose="00000500000000000000" charset="-122"/>
              <a:ea typeface="MiSans Normal" panose="00000500000000000000" charset="-122"/>
              <a:cs typeface="MiSans Normal" panose="00000500000000000000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MiSans Normal" panose="00000500000000000000" charset="-122"/>
                <a:ea typeface="MiSans Normal" panose="00000500000000000000" charset="-122"/>
                <a:cs typeface="MiSans Normal" panose="00000500000000000000" charset="-122"/>
              </a:defRPr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MiSans Normal" panose="00000500000000000000" charset="-122"/>
                <a:ea typeface="MiSans Normal" panose="00000500000000000000" charset="-122"/>
                <a:cs typeface="MiSans Normal" panose="00000500000000000000" charset="-122"/>
              </a:defRPr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MiSans Normal" panose="00000500000000000000" charset="-122"/>
                <a:ea typeface="MiSans Normal" panose="00000500000000000000" charset="-122"/>
                <a:cs typeface="MiSans Normal" panose="00000500000000000000" charset="-122"/>
              </a:defRPr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MiSans Normal" panose="00000500000000000000" charset="-122"/>
                <a:ea typeface="MiSans Normal" panose="00000500000000000000" charset="-122"/>
                <a:cs typeface="MiSans Normal" panose="00000500000000000000" charset="-122"/>
              </a:defRPr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MiSans Normal" panose="00000500000000000000" charset="-122"/>
        <a:ea typeface="MiSans Normal" panose="00000500000000000000" charset="-122"/>
        <a:cs typeface="MiSans Normal" panose="00000500000000000000" charset="-122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MiSans Normal" panose="00000500000000000000" charset="-122"/>
        <a:ea typeface="MiSans Normal" panose="00000500000000000000" charset="-122"/>
        <a:cs typeface="MiSans Normal" panose="00000500000000000000" charset="-122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MiSans Normal" panose="00000500000000000000" charset="-122"/>
        <a:ea typeface="MiSans Normal" panose="00000500000000000000" charset="-122"/>
        <a:cs typeface="MiSans Normal" panose="00000500000000000000" charset="-122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MiSans Normal" panose="00000500000000000000" charset="-122"/>
        <a:ea typeface="MiSans Normal" panose="00000500000000000000" charset="-122"/>
        <a:cs typeface="MiSans Normal" panose="00000500000000000000" charset="-122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MiSans Normal" panose="00000500000000000000" charset="-122"/>
        <a:ea typeface="MiSans Normal" panose="00000500000000000000" charset="-122"/>
        <a:cs typeface="MiSans Normal" panose="00000500000000000000" charset="-122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7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8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9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0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2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3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4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5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6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7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8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9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0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2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3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4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5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6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7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8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9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0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2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3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4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5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6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7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8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9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0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2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3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4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5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6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7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8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9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0.xml"/></Relationships>
</file>

<file path=ppt/notesSlides/_rels/notesSlide7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两条</a:t>
            </a:r>
            <a:r>
              <a:rPr lang="zh-CN" altLang="en-US" dirty="0"/>
              <a:t>链路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两条</a:t>
            </a:r>
            <a:r>
              <a:rPr lang="zh-CN" altLang="en-US" dirty="0"/>
              <a:t>链路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两条</a:t>
            </a:r>
            <a:r>
              <a:rPr lang="zh-CN" altLang="en-US" dirty="0"/>
              <a:t>链路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两条</a:t>
            </a:r>
            <a:r>
              <a:rPr lang="zh-CN" altLang="en-US" dirty="0"/>
              <a:t>链路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两条</a:t>
            </a:r>
            <a:r>
              <a:rPr lang="zh-CN" altLang="en-US" dirty="0"/>
              <a:t>链路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两条</a:t>
            </a:r>
            <a:r>
              <a:rPr lang="zh-CN" altLang="en-US" dirty="0"/>
              <a:t>链路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两条</a:t>
            </a:r>
            <a:r>
              <a:rPr lang="zh-CN" altLang="en-US" dirty="0"/>
              <a:t>链路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两条</a:t>
            </a:r>
            <a:r>
              <a:rPr lang="zh-CN" altLang="en-US" dirty="0"/>
              <a:t>链路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两条</a:t>
            </a:r>
            <a:r>
              <a:rPr lang="zh-CN" altLang="en-US" dirty="0"/>
              <a:t>链路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两条</a:t>
            </a:r>
            <a:r>
              <a:rPr lang="zh-CN" altLang="en-US" dirty="0"/>
              <a:t>链路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两条</a:t>
            </a:r>
            <a:r>
              <a:rPr lang="zh-CN" altLang="en-US" dirty="0"/>
              <a:t>链路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两条</a:t>
            </a:r>
            <a:r>
              <a:rPr lang="zh-CN" altLang="en-US" dirty="0"/>
              <a:t>链路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两条</a:t>
            </a:r>
            <a:r>
              <a:rPr lang="zh-CN" altLang="en-US" dirty="0"/>
              <a:t>链路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两条</a:t>
            </a:r>
            <a:r>
              <a:rPr lang="zh-CN" altLang="en-US" dirty="0"/>
              <a:t>链路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两条</a:t>
            </a:r>
            <a:r>
              <a:rPr lang="zh-CN" altLang="en-US" dirty="0"/>
              <a:t>链路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两条</a:t>
            </a:r>
            <a:r>
              <a:rPr lang="zh-CN" altLang="en-US" dirty="0"/>
              <a:t>链路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两条</a:t>
            </a:r>
            <a:r>
              <a:rPr lang="zh-CN" altLang="en-US" dirty="0"/>
              <a:t>链路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两条</a:t>
            </a:r>
            <a:r>
              <a:rPr lang="zh-CN" altLang="en-US" dirty="0"/>
              <a:t>链路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两条</a:t>
            </a:r>
            <a:r>
              <a:rPr lang="zh-CN" altLang="en-US" dirty="0"/>
              <a:t>链路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两条</a:t>
            </a:r>
            <a:r>
              <a:rPr lang="zh-CN" altLang="en-US" dirty="0"/>
              <a:t>链路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两条</a:t>
            </a:r>
            <a:r>
              <a:rPr lang="zh-CN" altLang="en-US" dirty="0"/>
              <a:t>链路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两条</a:t>
            </a:r>
            <a:r>
              <a:rPr lang="zh-CN" altLang="en-US" dirty="0"/>
              <a:t>链路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两条</a:t>
            </a:r>
            <a:r>
              <a:rPr lang="zh-CN" altLang="en-US" dirty="0"/>
              <a:t>链路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9" Type="http://schemas.openxmlformats.org/officeDocument/2006/relationships/tags" Target="../tags/tag8.xml"/><Relationship Id="rId8" Type="http://schemas.openxmlformats.org/officeDocument/2006/relationships/tags" Target="../tags/tag7.xml"/><Relationship Id="rId7" Type="http://schemas.openxmlformats.org/officeDocument/2006/relationships/tags" Target="../tags/tag6.xml"/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8" Type="http://schemas.openxmlformats.org/officeDocument/2006/relationships/tags" Target="../tags/tag17.xml"/><Relationship Id="rId17" Type="http://schemas.openxmlformats.org/officeDocument/2006/relationships/tags" Target="../tags/tag16.xml"/><Relationship Id="rId16" Type="http://schemas.openxmlformats.org/officeDocument/2006/relationships/tags" Target="../tags/tag15.xml"/><Relationship Id="rId15" Type="http://schemas.openxmlformats.org/officeDocument/2006/relationships/tags" Target="../tags/tag14.xml"/><Relationship Id="rId14" Type="http://schemas.openxmlformats.org/officeDocument/2006/relationships/tags" Target="../tags/tag13.xml"/><Relationship Id="rId13" Type="http://schemas.openxmlformats.org/officeDocument/2006/relationships/tags" Target="../tags/tag12.xml"/><Relationship Id="rId12" Type="http://schemas.openxmlformats.org/officeDocument/2006/relationships/tags" Target="../tags/tag11.xml"/><Relationship Id="rId11" Type="http://schemas.openxmlformats.org/officeDocument/2006/relationships/tags" Target="../tags/tag10.xml"/><Relationship Id="rId10" Type="http://schemas.openxmlformats.org/officeDocument/2006/relationships/tags" Target="../tags/tag9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7" Type="http://schemas.openxmlformats.org/officeDocument/2006/relationships/tags" Target="../tags/tag23.xml"/><Relationship Id="rId6" Type="http://schemas.openxmlformats.org/officeDocument/2006/relationships/tags" Target="../tags/tag22.xml"/><Relationship Id="rId5" Type="http://schemas.openxmlformats.org/officeDocument/2006/relationships/tags" Target="../tags/tag21.xml"/><Relationship Id="rId4" Type="http://schemas.openxmlformats.org/officeDocument/2006/relationships/tags" Target="../tags/tag20.xml"/><Relationship Id="rId3" Type="http://schemas.openxmlformats.org/officeDocument/2006/relationships/tags" Target="../tags/tag19.xml"/><Relationship Id="rId2" Type="http://schemas.openxmlformats.org/officeDocument/2006/relationships/tags" Target="../tags/tag18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8" Type="http://schemas.openxmlformats.org/officeDocument/2006/relationships/tags" Target="../tags/tag30.xml"/><Relationship Id="rId7" Type="http://schemas.openxmlformats.org/officeDocument/2006/relationships/tags" Target="../tags/tag29.xml"/><Relationship Id="rId6" Type="http://schemas.openxmlformats.org/officeDocument/2006/relationships/tags" Target="../tags/tag28.xml"/><Relationship Id="rId5" Type="http://schemas.openxmlformats.org/officeDocument/2006/relationships/tags" Target="../tags/tag27.xml"/><Relationship Id="rId4" Type="http://schemas.openxmlformats.org/officeDocument/2006/relationships/tags" Target="../tags/tag26.xml"/><Relationship Id="rId3" Type="http://schemas.openxmlformats.org/officeDocument/2006/relationships/tags" Target="../tags/tag25.xml"/><Relationship Id="rId2" Type="http://schemas.openxmlformats.org/officeDocument/2006/relationships/tags" Target="../tags/tag24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9" Type="http://schemas.openxmlformats.org/officeDocument/2006/relationships/tags" Target="../tags/tag38.xml"/><Relationship Id="rId8" Type="http://schemas.openxmlformats.org/officeDocument/2006/relationships/tags" Target="../tags/tag37.xml"/><Relationship Id="rId7" Type="http://schemas.openxmlformats.org/officeDocument/2006/relationships/tags" Target="../tags/tag36.xml"/><Relationship Id="rId6" Type="http://schemas.openxmlformats.org/officeDocument/2006/relationships/tags" Target="../tags/tag35.xml"/><Relationship Id="rId5" Type="http://schemas.openxmlformats.org/officeDocument/2006/relationships/tags" Target="../tags/tag34.xml"/><Relationship Id="rId4" Type="http://schemas.openxmlformats.org/officeDocument/2006/relationships/tags" Target="../tags/tag33.xml"/><Relationship Id="rId3" Type="http://schemas.openxmlformats.org/officeDocument/2006/relationships/tags" Target="../tags/tag32.xml"/><Relationship Id="rId2" Type="http://schemas.openxmlformats.org/officeDocument/2006/relationships/tags" Target="../tags/tag31.xml"/><Relationship Id="rId11" Type="http://schemas.openxmlformats.org/officeDocument/2006/relationships/tags" Target="../tags/tag40.xml"/><Relationship Id="rId10" Type="http://schemas.openxmlformats.org/officeDocument/2006/relationships/tags" Target="../tags/tag39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8" Type="http://schemas.openxmlformats.org/officeDocument/2006/relationships/tags" Target="../tags/tag47.xml"/><Relationship Id="rId7" Type="http://schemas.openxmlformats.org/officeDocument/2006/relationships/tags" Target="../tags/tag46.xml"/><Relationship Id="rId6" Type="http://schemas.openxmlformats.org/officeDocument/2006/relationships/tags" Target="../tags/tag45.xml"/><Relationship Id="rId5" Type="http://schemas.openxmlformats.org/officeDocument/2006/relationships/tags" Target="../tags/tag44.xml"/><Relationship Id="rId4" Type="http://schemas.openxmlformats.org/officeDocument/2006/relationships/tags" Target="../tags/tag43.xml"/><Relationship Id="rId3" Type="http://schemas.openxmlformats.org/officeDocument/2006/relationships/tags" Target="../tags/tag42.xml"/><Relationship Id="rId2" Type="http://schemas.openxmlformats.org/officeDocument/2006/relationships/tags" Target="../tags/tag41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9" Type="http://schemas.openxmlformats.org/officeDocument/2006/relationships/tags" Target="../tags/tag55.xml"/><Relationship Id="rId8" Type="http://schemas.openxmlformats.org/officeDocument/2006/relationships/tags" Target="../tags/tag54.xml"/><Relationship Id="rId7" Type="http://schemas.openxmlformats.org/officeDocument/2006/relationships/tags" Target="../tags/tag53.xml"/><Relationship Id="rId6" Type="http://schemas.openxmlformats.org/officeDocument/2006/relationships/tags" Target="../tags/tag52.xml"/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0" Type="http://schemas.openxmlformats.org/officeDocument/2006/relationships/tags" Target="../tags/tag56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6" Type="http://schemas.openxmlformats.org/officeDocument/2006/relationships/tags" Target="../tags/tag61.xml"/><Relationship Id="rId5" Type="http://schemas.openxmlformats.org/officeDocument/2006/relationships/tags" Target="../tags/tag60.xml"/><Relationship Id="rId4" Type="http://schemas.openxmlformats.org/officeDocument/2006/relationships/tags" Target="../tags/tag59.xml"/><Relationship Id="rId3" Type="http://schemas.openxmlformats.org/officeDocument/2006/relationships/tags" Target="../tags/tag58.xml"/><Relationship Id="rId2" Type="http://schemas.openxmlformats.org/officeDocument/2006/relationships/tags" Target="../tags/tag57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5" Type="http://schemas.openxmlformats.org/officeDocument/2006/relationships/tags" Target="../tags/tag65.xml"/><Relationship Id="rId4" Type="http://schemas.openxmlformats.org/officeDocument/2006/relationships/tags" Target="../tags/tag64.xml"/><Relationship Id="rId3" Type="http://schemas.openxmlformats.org/officeDocument/2006/relationships/tags" Target="../tags/tag63.xml"/><Relationship Id="rId2" Type="http://schemas.openxmlformats.org/officeDocument/2006/relationships/tags" Target="../tags/tag62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70.xml"/><Relationship Id="rId5" Type="http://schemas.openxmlformats.org/officeDocument/2006/relationships/tags" Target="../tags/tag69.xml"/><Relationship Id="rId4" Type="http://schemas.openxmlformats.org/officeDocument/2006/relationships/tags" Target="../tags/tag68.xml"/><Relationship Id="rId3" Type="http://schemas.openxmlformats.org/officeDocument/2006/relationships/tags" Target="../tags/tag67.xml"/><Relationship Id="rId2" Type="http://schemas.openxmlformats.org/officeDocument/2006/relationships/tags" Target="../tags/tag66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7" Type="http://schemas.openxmlformats.org/officeDocument/2006/relationships/tags" Target="../tags/tag76.xml"/><Relationship Id="rId6" Type="http://schemas.openxmlformats.org/officeDocument/2006/relationships/tags" Target="../tags/tag75.xml"/><Relationship Id="rId5" Type="http://schemas.openxmlformats.org/officeDocument/2006/relationships/tags" Target="../tags/tag74.xml"/><Relationship Id="rId4" Type="http://schemas.openxmlformats.org/officeDocument/2006/relationships/tags" Target="../tags/tag73.xml"/><Relationship Id="rId3" Type="http://schemas.openxmlformats.org/officeDocument/2006/relationships/tags" Target="../tags/tag72.xml"/><Relationship Id="rId2" Type="http://schemas.openxmlformats.org/officeDocument/2006/relationships/tags" Target="../tags/tag71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9" Type="http://schemas.openxmlformats.org/officeDocument/2006/relationships/tags" Target="../tags/tag84.xml"/><Relationship Id="rId8" Type="http://schemas.openxmlformats.org/officeDocument/2006/relationships/tags" Target="../tags/tag83.xml"/><Relationship Id="rId7" Type="http://schemas.openxmlformats.org/officeDocument/2006/relationships/tags" Target="../tags/tag82.xml"/><Relationship Id="rId6" Type="http://schemas.openxmlformats.org/officeDocument/2006/relationships/tags" Target="../tags/tag81.xml"/><Relationship Id="rId5" Type="http://schemas.openxmlformats.org/officeDocument/2006/relationships/tags" Target="../tags/tag80.xml"/><Relationship Id="rId4" Type="http://schemas.openxmlformats.org/officeDocument/2006/relationships/tags" Target="../tags/tag79.xml"/><Relationship Id="rId3" Type="http://schemas.openxmlformats.org/officeDocument/2006/relationships/tags" Target="../tags/tag78.xml"/><Relationship Id="rId2" Type="http://schemas.openxmlformats.org/officeDocument/2006/relationships/tags" Target="../tags/tag77.xml"/><Relationship Id="rId17" Type="http://schemas.openxmlformats.org/officeDocument/2006/relationships/tags" Target="../tags/tag92.xml"/><Relationship Id="rId16" Type="http://schemas.openxmlformats.org/officeDocument/2006/relationships/tags" Target="../tags/tag91.xml"/><Relationship Id="rId15" Type="http://schemas.openxmlformats.org/officeDocument/2006/relationships/tags" Target="../tags/tag90.xml"/><Relationship Id="rId14" Type="http://schemas.openxmlformats.org/officeDocument/2006/relationships/tags" Target="../tags/tag89.xml"/><Relationship Id="rId13" Type="http://schemas.openxmlformats.org/officeDocument/2006/relationships/tags" Target="../tags/tag88.xml"/><Relationship Id="rId12" Type="http://schemas.openxmlformats.org/officeDocument/2006/relationships/tags" Target="../tags/tag87.xml"/><Relationship Id="rId11" Type="http://schemas.openxmlformats.org/officeDocument/2006/relationships/tags" Target="../tags/tag86.xml"/><Relationship Id="rId10" Type="http://schemas.openxmlformats.org/officeDocument/2006/relationships/tags" Target="../tags/tag85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任意多边形 14"/>
          <p:cNvSpPr/>
          <p:nvPr>
            <p:custDataLst>
              <p:tags r:id="rId2"/>
            </p:custDataLst>
          </p:nvPr>
        </p:nvSpPr>
        <p:spPr>
          <a:xfrm>
            <a:off x="-14605" y="-14605"/>
            <a:ext cx="6006465" cy="6897370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9459" h="10862">
                <a:moveTo>
                  <a:pt x="0" y="0"/>
                </a:moveTo>
                <a:lnTo>
                  <a:pt x="7595" y="0"/>
                </a:lnTo>
                <a:lnTo>
                  <a:pt x="7612" y="22"/>
                </a:lnTo>
                <a:cubicBezTo>
                  <a:pt x="8770" y="1514"/>
                  <a:pt x="9459" y="3388"/>
                  <a:pt x="9459" y="5423"/>
                </a:cubicBezTo>
                <a:cubicBezTo>
                  <a:pt x="9459" y="7458"/>
                  <a:pt x="8770" y="9332"/>
                  <a:pt x="7612" y="10824"/>
                </a:cubicBezTo>
                <a:lnTo>
                  <a:pt x="7582" y="10862"/>
                </a:lnTo>
                <a:lnTo>
                  <a:pt x="0" y="10862"/>
                </a:ln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outerShdw blurRad="495300" dist="38100" dir="2700000" algn="tl" rotWithShape="0">
              <a:schemeClr val="accent1">
                <a:alpha val="1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 lang="zh-CN" altLang="en-US">
              <a:cs typeface="MiSans Normal" panose="00000500000000000000" charset="-122"/>
            </a:endParaRPr>
          </a:p>
        </p:txBody>
      </p:sp>
      <p:sp>
        <p:nvSpPr>
          <p:cNvPr id="12" name="任意多边形 11"/>
          <p:cNvSpPr/>
          <p:nvPr>
            <p:custDataLst>
              <p:tags r:id="rId3"/>
            </p:custDataLst>
          </p:nvPr>
        </p:nvSpPr>
        <p:spPr>
          <a:xfrm rot="16200000">
            <a:off x="-1402080" y="1361440"/>
            <a:ext cx="6894830" cy="4119881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">
                <a:pos x="hc" y="t"/>
              </a:cxn>
              <a:cxn ang="3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">
                <a:pos x="ir" y="it"/>
              </a:cxn>
            </a:cxnLst>
            <a:rect l="l" t="t" r="r" b="b"/>
            <a:pathLst>
              <a:path w="10858" h="6488">
                <a:moveTo>
                  <a:pt x="0" y="0"/>
                </a:moveTo>
                <a:lnTo>
                  <a:pt x="10858" y="0"/>
                </a:lnTo>
                <a:lnTo>
                  <a:pt x="10858" y="2789"/>
                </a:lnTo>
                <a:lnTo>
                  <a:pt x="10834" y="2850"/>
                </a:lnTo>
                <a:cubicBezTo>
                  <a:pt x="9962" y="4984"/>
                  <a:pt x="7865" y="6488"/>
                  <a:pt x="5417" y="6488"/>
                </a:cubicBezTo>
                <a:cubicBezTo>
                  <a:pt x="2982" y="6488"/>
                  <a:pt x="895" y="5001"/>
                  <a:pt x="15" y="2885"/>
                </a:cubicBezTo>
                <a:lnTo>
                  <a:pt x="0" y="2849"/>
                </a:lnTo>
                <a:lnTo>
                  <a:pt x="0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  <a:effectLst>
            <a:outerShdw blurRad="495300" dist="152400" dir="2700000" algn="tl" rotWithShape="0">
              <a:schemeClr val="accent1">
                <a:alpha val="1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 lang="zh-CN" altLang="en-US">
              <a:solidFill>
                <a:schemeClr val="lt1"/>
              </a:solidFill>
              <a:cs typeface="MiSans Normal" panose="00000500000000000000" charset="-122"/>
            </a:endParaRPr>
          </a:p>
        </p:txBody>
      </p:sp>
      <p:sp>
        <p:nvSpPr>
          <p:cNvPr id="11" name="任意多边形 10"/>
          <p:cNvSpPr/>
          <p:nvPr>
            <p:custDataLst>
              <p:tags r:id="rId4"/>
            </p:custDataLst>
          </p:nvPr>
        </p:nvSpPr>
        <p:spPr>
          <a:xfrm rot="16200000">
            <a:off x="-1342039" y="2313346"/>
            <a:ext cx="4864351" cy="2231073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">
                <a:pos x="hc" y="t"/>
              </a:cxn>
              <a:cxn ang="3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">
                <a:pos x="ir" y="it"/>
              </a:cxn>
            </a:cxnLst>
            <a:rect l="l" t="t" r="r" b="b"/>
            <a:pathLst>
              <a:path w="7660" h="3514">
                <a:moveTo>
                  <a:pt x="0" y="0"/>
                </a:moveTo>
                <a:lnTo>
                  <a:pt x="7660" y="0"/>
                </a:lnTo>
                <a:lnTo>
                  <a:pt x="7659" y="14"/>
                </a:lnTo>
                <a:cubicBezTo>
                  <a:pt x="7485" y="1975"/>
                  <a:pt x="5837" y="3514"/>
                  <a:pt x="3830" y="3514"/>
                </a:cubicBezTo>
                <a:cubicBezTo>
                  <a:pt x="1822" y="3514"/>
                  <a:pt x="173" y="1974"/>
                  <a:pt x="1" y="10"/>
                </a:cubicBezTo>
                <a:lnTo>
                  <a:pt x="0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  <a:effectLst>
            <a:outerShdw blurRad="495300" dist="38100" dir="2700000" algn="tl" rotWithShape="0">
              <a:schemeClr val="accent1">
                <a:alpha val="2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 lang="zh-CN" altLang="en-US">
              <a:solidFill>
                <a:schemeClr val="lt1"/>
              </a:solidFill>
              <a:cs typeface="MiSans Normal" panose="00000500000000000000" charset="-122"/>
            </a:endParaRPr>
          </a:p>
        </p:txBody>
      </p:sp>
      <p:sp>
        <p:nvSpPr>
          <p:cNvPr id="25" name="圆角矩形 24"/>
          <p:cNvSpPr/>
          <p:nvPr>
            <p:custDataLst>
              <p:tags r:id="rId5"/>
            </p:custDataLst>
          </p:nvPr>
        </p:nvSpPr>
        <p:spPr>
          <a:xfrm rot="10800000">
            <a:off x="5155565" y="3855720"/>
            <a:ext cx="5383530" cy="111125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25000" lnSpcReduction="20000"/>
          </a:bodyPr>
          <a:lstStyle/>
          <a:p>
            <a:pPr algn="ctr"/>
            <a:endParaRPr lang="zh-CN" altLang="en-US">
              <a:cs typeface="MiSans Normal" panose="00000500000000000000" charset="-122"/>
            </a:endParaRPr>
          </a:p>
        </p:txBody>
      </p:sp>
      <p:cxnSp>
        <p:nvCxnSpPr>
          <p:cNvPr id="10" name="直接连接符 9"/>
          <p:cNvCxnSpPr/>
          <p:nvPr>
            <p:custDataLst>
              <p:tags r:id="rId6"/>
            </p:custDataLst>
          </p:nvPr>
        </p:nvCxnSpPr>
        <p:spPr>
          <a:xfrm>
            <a:off x="11197590" y="3002915"/>
            <a:ext cx="215900" cy="0"/>
          </a:xfrm>
          <a:prstGeom prst="line">
            <a:avLst/>
          </a:prstGeom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直接连接符 35"/>
          <p:cNvCxnSpPr/>
          <p:nvPr>
            <p:custDataLst>
              <p:tags r:id="rId7"/>
            </p:custDataLst>
          </p:nvPr>
        </p:nvCxnSpPr>
        <p:spPr>
          <a:xfrm>
            <a:off x="11305540" y="1934210"/>
            <a:ext cx="0" cy="594995"/>
          </a:xfrm>
          <a:prstGeom prst="line">
            <a:avLst/>
          </a:prstGeom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/>
          <p:cNvCxnSpPr/>
          <p:nvPr>
            <p:custDataLst>
              <p:tags r:id="rId8"/>
            </p:custDataLst>
          </p:nvPr>
        </p:nvCxnSpPr>
        <p:spPr>
          <a:xfrm>
            <a:off x="11305540" y="3476625"/>
            <a:ext cx="0" cy="636905"/>
          </a:xfrm>
          <a:prstGeom prst="line">
            <a:avLst/>
          </a:prstGeom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椭圆 21"/>
          <p:cNvSpPr/>
          <p:nvPr>
            <p:custDataLst>
              <p:tags r:id="rId9"/>
            </p:custDataLst>
          </p:nvPr>
        </p:nvSpPr>
        <p:spPr>
          <a:xfrm>
            <a:off x="10027285" y="4343400"/>
            <a:ext cx="538480" cy="538480"/>
          </a:xfrm>
          <a:prstGeom prst="ellipse">
            <a:avLst/>
          </a:prstGeom>
          <a:solidFill>
            <a:schemeClr val="accent1"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endParaRPr lang="zh-CN" altLang="en-US">
              <a:cs typeface="MiSans Normal" panose="00000500000000000000" charset="-122"/>
            </a:endParaRPr>
          </a:p>
        </p:txBody>
      </p:sp>
      <p:sp>
        <p:nvSpPr>
          <p:cNvPr id="21" name="椭圆 20"/>
          <p:cNvSpPr/>
          <p:nvPr>
            <p:custDataLst>
              <p:tags r:id="rId10"/>
            </p:custDataLst>
          </p:nvPr>
        </p:nvSpPr>
        <p:spPr>
          <a:xfrm>
            <a:off x="10133965" y="4450080"/>
            <a:ext cx="325120" cy="32512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60000" lnSpcReduction="20000"/>
          </a:bodyPr>
          <a:lstStyle/>
          <a:p>
            <a:pPr algn="ctr"/>
            <a:endParaRPr lang="zh-CN" altLang="en-US">
              <a:cs typeface="MiSans Normal" panose="00000500000000000000" charset="-122"/>
            </a:endParaRPr>
          </a:p>
        </p:txBody>
      </p:sp>
      <p:sp>
        <p:nvSpPr>
          <p:cNvPr id="90" name="向下箭头"/>
          <p:cNvSpPr/>
          <p:nvPr>
            <p:custDataLst>
              <p:tags r:id="rId11"/>
            </p:custDataLst>
          </p:nvPr>
        </p:nvSpPr>
        <p:spPr>
          <a:xfrm>
            <a:off x="10238105" y="4542790"/>
            <a:ext cx="118745" cy="139700"/>
          </a:xfrm>
          <a:custGeom>
            <a:avLst/>
            <a:gdLst>
              <a:gd name="connsiteX0" fmla="*/ 222512 w 477622"/>
              <a:gd name="connsiteY0" fmla="*/ 0 h 559381"/>
              <a:gd name="connsiteX1" fmla="*/ 258512 w 477622"/>
              <a:gd name="connsiteY1" fmla="*/ 0 h 559381"/>
              <a:gd name="connsiteX2" fmla="*/ 258512 w 477622"/>
              <a:gd name="connsiteY2" fmla="*/ 488296 h 559381"/>
              <a:gd name="connsiteX3" fmla="*/ 452168 w 477622"/>
              <a:gd name="connsiteY3" fmla="*/ 294641 h 559381"/>
              <a:gd name="connsiteX4" fmla="*/ 477622 w 477622"/>
              <a:gd name="connsiteY4" fmla="*/ 320096 h 559381"/>
              <a:gd name="connsiteX5" fmla="*/ 264266 w 477622"/>
              <a:gd name="connsiteY5" fmla="*/ 533452 h 559381"/>
              <a:gd name="connsiteX6" fmla="*/ 264740 w 477622"/>
              <a:gd name="connsiteY6" fmla="*/ 533926 h 559381"/>
              <a:gd name="connsiteX7" fmla="*/ 239284 w 477622"/>
              <a:gd name="connsiteY7" fmla="*/ 559381 h 559381"/>
              <a:gd name="connsiteX8" fmla="*/ 238812 w 477622"/>
              <a:gd name="connsiteY8" fmla="*/ 558908 h 559381"/>
              <a:gd name="connsiteX9" fmla="*/ 238338 w 477622"/>
              <a:gd name="connsiteY9" fmla="*/ 559381 h 559381"/>
              <a:gd name="connsiteX10" fmla="*/ 212882 w 477622"/>
              <a:gd name="connsiteY10" fmla="*/ 533926 h 559381"/>
              <a:gd name="connsiteX11" fmla="*/ 213356 w 477622"/>
              <a:gd name="connsiteY11" fmla="*/ 533452 h 559381"/>
              <a:gd name="connsiteX12" fmla="*/ 0 w 477622"/>
              <a:gd name="connsiteY12" fmla="*/ 320096 h 559381"/>
              <a:gd name="connsiteX13" fmla="*/ 25456 w 477622"/>
              <a:gd name="connsiteY13" fmla="*/ 294641 h 559381"/>
              <a:gd name="connsiteX14" fmla="*/ 222512 w 477622"/>
              <a:gd name="connsiteY14" fmla="*/ 491698 h 559381"/>
              <a:gd name="connsiteX15" fmla="*/ 222512 w 477622"/>
              <a:gd name="connsiteY15" fmla="*/ 0 h 5593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477622" h="559381">
                <a:moveTo>
                  <a:pt x="222512" y="0"/>
                </a:moveTo>
                <a:lnTo>
                  <a:pt x="258512" y="0"/>
                </a:lnTo>
                <a:lnTo>
                  <a:pt x="258512" y="488296"/>
                </a:lnTo>
                <a:lnTo>
                  <a:pt x="452168" y="294641"/>
                </a:lnTo>
                <a:lnTo>
                  <a:pt x="477622" y="320096"/>
                </a:lnTo>
                <a:lnTo>
                  <a:pt x="264266" y="533452"/>
                </a:lnTo>
                <a:lnTo>
                  <a:pt x="264740" y="533926"/>
                </a:lnTo>
                <a:lnTo>
                  <a:pt x="239284" y="559381"/>
                </a:lnTo>
                <a:lnTo>
                  <a:pt x="238812" y="558908"/>
                </a:lnTo>
                <a:lnTo>
                  <a:pt x="238338" y="559381"/>
                </a:lnTo>
                <a:lnTo>
                  <a:pt x="212882" y="533926"/>
                </a:lnTo>
                <a:lnTo>
                  <a:pt x="213356" y="533452"/>
                </a:lnTo>
                <a:lnTo>
                  <a:pt x="0" y="320096"/>
                </a:lnTo>
                <a:lnTo>
                  <a:pt x="25456" y="294641"/>
                </a:lnTo>
                <a:lnTo>
                  <a:pt x="222512" y="491698"/>
                </a:lnTo>
                <a:lnTo>
                  <a:pt x="222512" y="0"/>
                </a:lnTo>
                <a:close/>
              </a:path>
            </a:pathLst>
          </a:custGeom>
          <a:solidFill>
            <a:schemeClr val="bg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rmAutofit fontScale="25000" lnSpcReduction="20000"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cs typeface="MiSans Normal" panose="00000500000000000000" charset="-122"/>
            </a:endParaRPr>
          </a:p>
        </p:txBody>
      </p:sp>
      <p:sp>
        <p:nvSpPr>
          <p:cNvPr id="14" name="任意多边形 13"/>
          <p:cNvSpPr/>
          <p:nvPr>
            <p:custDataLst>
              <p:tags r:id="rId12"/>
            </p:custDataLst>
          </p:nvPr>
        </p:nvSpPr>
        <p:spPr>
          <a:xfrm>
            <a:off x="8945880" y="5997575"/>
            <a:ext cx="3246120" cy="86042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5112" h="1355">
                <a:moveTo>
                  <a:pt x="301" y="0"/>
                </a:moveTo>
                <a:lnTo>
                  <a:pt x="5112" y="0"/>
                </a:lnTo>
                <a:lnTo>
                  <a:pt x="5112" y="1355"/>
                </a:lnTo>
                <a:lnTo>
                  <a:pt x="0" y="1355"/>
                </a:lnTo>
                <a:lnTo>
                  <a:pt x="0" y="301"/>
                </a:lnTo>
                <a:cubicBezTo>
                  <a:pt x="0" y="135"/>
                  <a:pt x="135" y="0"/>
                  <a:pt x="301" y="0"/>
                </a:cubicBez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cs typeface="MiSans Normal" panose="00000500000000000000" charset="-122"/>
            </a:endParaRPr>
          </a:p>
        </p:txBody>
      </p:sp>
      <p:sp>
        <p:nvSpPr>
          <p:cNvPr id="9" name="署名"/>
          <p:cNvSpPr txBox="1">
            <a:spLocks noGrp="1"/>
          </p:cNvSpPr>
          <p:nvPr>
            <p:ph type="body" idx="3" hasCustomPrompt="1"/>
            <p:custDataLst>
              <p:tags r:id="rId13"/>
            </p:custDataLst>
          </p:nvPr>
        </p:nvSpPr>
        <p:spPr>
          <a:xfrm>
            <a:off x="2273300" y="4438650"/>
            <a:ext cx="7589520" cy="66167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normAutofit/>
          </a:bodyPr>
          <a:lstStyle>
            <a:lvl1pPr marL="0" marR="0" lvl="0" algn="r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zh-CN" altLang="en-US" sz="2000" b="0" i="0" u="none" strike="noStrike" kern="1200" cap="none" spc="0" normalizeH="0" baseline="0" noProof="1">
                <a:solidFill>
                  <a:schemeClr val="tx1">
                    <a:lumMod val="85000"/>
                    <a:lumOff val="15000"/>
                  </a:schemeClr>
                </a:solidFill>
                <a:latin typeface="MiSans Heavy" panose="00000A00000000000000" charset="-122"/>
                <a:ea typeface="MiSans Heavy" panose="00000A00000000000000" charset="-122"/>
                <a:cs typeface="MiSans Normal" panose="00000500000000000000" charset="-122"/>
                <a:sym typeface="+mn-ea"/>
              </a:defRPr>
            </a:lvl1pPr>
          </a:lstStyle>
          <a:p>
            <a:pPr lvl="0" algn="r">
              <a:buClrTx/>
              <a:buSzTx/>
              <a:buFontTx/>
            </a:pPr>
            <a:r>
              <a:rPr dirty="0">
                <a:sym typeface="+mn-ea"/>
              </a:rPr>
              <a:t>单击编辑文本</a:t>
            </a:r>
            <a:endParaRPr dirty="0">
              <a:sym typeface="+mn-ea"/>
            </a:endParaRPr>
          </a:p>
        </p:txBody>
      </p:sp>
      <p:sp>
        <p:nvSpPr>
          <p:cNvPr id="8" name="副标题"/>
          <p:cNvSpPr txBox="1">
            <a:spLocks noGrp="1"/>
          </p:cNvSpPr>
          <p:nvPr>
            <p:ph type="body" idx="2" hasCustomPrompt="1"/>
            <p:custDataLst>
              <p:tags r:id="rId14"/>
            </p:custDataLst>
          </p:nvPr>
        </p:nvSpPr>
        <p:spPr>
          <a:xfrm>
            <a:off x="2273935" y="1953895"/>
            <a:ext cx="8413115" cy="556260"/>
          </a:xfrm>
          <a:prstGeom prst="rect">
            <a:avLst/>
          </a:prstGeom>
          <a:noFill/>
        </p:spPr>
        <p:txBody>
          <a:bodyPr wrap="square" lIns="91440" tIns="45720" rIns="144145" bIns="45720" rtlCol="0" anchor="t">
            <a:normAutofit/>
          </a:bodyPr>
          <a:lstStyle>
            <a:lvl1pPr marL="0" marR="0" lvl="0" algn="r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zh-CN" altLang="en-US" sz="2400" b="0" i="0" u="none" strike="noStrike" kern="1200" cap="none" spc="0" normalizeH="0" baseline="0" noProof="1">
                <a:solidFill>
                  <a:schemeClr val="tx1">
                    <a:lumMod val="50000"/>
                    <a:lumOff val="50000"/>
                  </a:schemeClr>
                </a:solidFill>
                <a:latin typeface="+mj-ea"/>
                <a:ea typeface="+mj-ea"/>
                <a:cs typeface="MiSans Normal" panose="00000500000000000000" charset="-122"/>
                <a:sym typeface="+mn-ea"/>
              </a:defRPr>
            </a:lvl1pPr>
          </a:lstStyle>
          <a:p>
            <a:pPr lvl="0" algn="r">
              <a:buClrTx/>
              <a:buSzTx/>
              <a:buFontTx/>
            </a:pPr>
            <a:r>
              <a:rPr>
                <a:sym typeface="+mn-ea"/>
              </a:rPr>
              <a:t>单击此处编辑母版副标题样式</a:t>
            </a:r>
            <a:endParaRPr>
              <a:sym typeface="+mn-ea"/>
            </a:endParaRPr>
          </a:p>
        </p:txBody>
      </p:sp>
      <p:sp>
        <p:nvSpPr>
          <p:cNvPr id="7" name="标题"/>
          <p:cNvSpPr txBox="1">
            <a:spLocks noGrp="1"/>
          </p:cNvSpPr>
          <p:nvPr>
            <p:ph type="title" idx="1" hasCustomPrompt="1"/>
            <p:custDataLst>
              <p:tags r:id="rId15"/>
            </p:custDataLst>
          </p:nvPr>
        </p:nvSpPr>
        <p:spPr>
          <a:xfrm>
            <a:off x="2273300" y="2510155"/>
            <a:ext cx="8413750" cy="170942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normAutofit/>
          </a:bodyPr>
          <a:lstStyle>
            <a:lvl1pPr marL="0" marR="0" lvl="0" algn="r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zh-CN" altLang="en-US" sz="7200" b="0" i="0" u="none" strike="noStrike" kern="1200" cap="none" spc="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  <a:ea typeface="+mj-ea"/>
                <a:cs typeface="MiSans Heavy" panose="00000A00000000000000" charset="-122"/>
                <a:sym typeface="+mn-ea"/>
              </a:defRPr>
            </a:lvl1pPr>
          </a:lstStyle>
          <a:p>
            <a:pPr lvl="0" algn="r">
              <a:buClrTx/>
              <a:buSzTx/>
              <a:buFontTx/>
            </a:pPr>
            <a:r>
              <a:rPr>
                <a:sym typeface="+mn-ea"/>
              </a:rPr>
              <a:t>单击此处编辑标题</a:t>
            </a:r>
            <a:endParaRPr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16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17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18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 showMasterSp="0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正文"/>
          <p:cNvSpPr txBox="1">
            <a:spLocks noGrp="1"/>
          </p:cNvSpPr>
          <p:nvPr>
            <p:ph idx="3"/>
            <p:custDataLst>
              <p:tags r:id="rId2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  <a:ln>
            <a:noFill/>
            <a:prstDash val="sysDash"/>
          </a:ln>
        </p:spPr>
        <p:txBody>
          <a:bodyPr vert="horz" lIns="90000" tIns="46800" rIns="90000" bIns="46800" rtlCol="0">
            <a:normAutofit/>
          </a:bodyPr>
          <a:lstStyle>
            <a:defPPr>
              <a:defRPr lang="zh-CN"/>
            </a:defPPr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 panose="020B0604020202090204" pitchFamily="34" charset="0"/>
              <a:buChar char="●"/>
              <a:defRPr kumimoji="0" lang="zh-CN" altLang="en-US" sz="1800" b="0" i="0" u="none" strike="noStrike" kern="1200" cap="none" spc="150" normalizeH="0" baseline="0" noProof="1" dirty="0">
                <a:ln>
                  <a:noFill/>
                  <a:prstDash val="sysDot"/>
                </a:ln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MiSans Normal" panose="00000500000000000000" charset="-122"/>
                <a:sym typeface="+mn-ea"/>
              </a:defRPr>
            </a:lvl1pPr>
            <a:lvl2pPr marL="449580" marR="0" lvl="1" indent="-231775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90204" pitchFamily="34" charset="0"/>
              <a:buChar char="●"/>
              <a:tabLst>
                <a:tab pos="1609725" algn="l"/>
              </a:tabLst>
              <a:defRPr kumimoji="0" sz="1600" b="0" i="0" u="none" strike="noStrike" cap="none" spc="150" normalizeH="0" baseline="0">
                <a:ln>
                  <a:noFill/>
                  <a:prstDash val="sysDot"/>
                </a:ln>
                <a:solidFill>
                  <a:schemeClr val="tx1">
                    <a:lumMod val="50000"/>
                    <a:lumOff val="50000"/>
                  </a:schemeClr>
                </a:solidFill>
                <a:uFillTx/>
                <a:latin typeface="+mn-ea"/>
                <a:ea typeface="+mn-ea"/>
              </a:defRPr>
            </a:lvl2pPr>
            <a:lvl3pPr marL="719455" marR="0" lvl="2" indent="-276225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90204" pitchFamily="34" charset="0"/>
              <a:buChar char="●"/>
              <a:defRPr kumimoji="0" sz="1600" b="0" i="0" u="none" strike="noStrike" cap="none" spc="150" normalizeH="0" baseline="0">
                <a:ln>
                  <a:noFill/>
                  <a:prstDash val="sysDot"/>
                </a:ln>
                <a:solidFill>
                  <a:schemeClr val="tx1">
                    <a:lumMod val="50000"/>
                    <a:lumOff val="50000"/>
                  </a:schemeClr>
                </a:solidFill>
                <a:uFillTx/>
                <a:latin typeface="+mn-ea"/>
                <a:ea typeface="+mn-ea"/>
              </a:defRPr>
            </a:lvl3pPr>
            <a:lvl4pPr marL="987425" marR="0" lvl="3" indent="-262255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tabLst>
                <a:tab pos="899795" algn="l"/>
              </a:tabLst>
              <a:defRPr kumimoji="0" sz="1400" b="0" i="0" u="none" strike="noStrike" cap="none" spc="150" normalizeH="0" baseline="0">
                <a:ln>
                  <a:noFill/>
                  <a:prstDash val="sysDot"/>
                </a:ln>
                <a:solidFill>
                  <a:schemeClr val="tx1">
                    <a:lumMod val="50000"/>
                    <a:lumOff val="50000"/>
                  </a:schemeClr>
                </a:solidFill>
                <a:uFillTx/>
                <a:latin typeface="+mn-ea"/>
                <a:ea typeface="+mn-ea"/>
              </a:defRPr>
            </a:lvl4pPr>
            <a:lvl5pPr marL="1256030" marR="0" lvl="4" indent="-262255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90204" pitchFamily="34" charset="0"/>
              <a:buChar char="•"/>
              <a:defRPr kumimoji="0" sz="1400" b="0" i="0" u="none" strike="noStrike" cap="none" spc="150" normalizeH="0" baseline="0">
                <a:ln>
                  <a:noFill/>
                  <a:prstDash val="sysDot"/>
                </a:ln>
                <a:solidFill>
                  <a:schemeClr val="tx1">
                    <a:lumMod val="50000"/>
                    <a:lumOff val="50000"/>
                  </a:schemeClr>
                </a:solidFill>
                <a:uFillTx/>
                <a:latin typeface="+mn-ea"/>
                <a:ea typeface="+mn-ea"/>
              </a:defRPr>
            </a:lvl5pPr>
            <a:lvl6pPr indent="0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None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</a:lvl9pPr>
          </a:lstStyle>
          <a:p>
            <a:pPr lvl="0">
              <a:spcBef>
                <a:spcPts val="1200"/>
              </a:spcBef>
              <a:spcAft>
                <a:spcPts val="0"/>
              </a:spcAft>
            </a:pPr>
            <a:r>
              <a:rPr>
                <a:sym typeface="+mn-ea"/>
              </a:rPr>
              <a:t>单击此处编辑母版文本样式</a:t>
            </a:r>
            <a:endParaRPr>
              <a:sym typeface="+mn-ea"/>
            </a:endParaRPr>
          </a:p>
          <a:p>
            <a:pPr lvl="1">
              <a:spcBef>
                <a:spcPts val="1200"/>
              </a:spcBef>
              <a:spcAft>
                <a:spcPts val="0"/>
              </a:spcAft>
            </a:pPr>
            <a:r>
              <a:rPr>
                <a:sym typeface="+mn-ea"/>
              </a:rPr>
              <a:t>第二级</a:t>
            </a:r>
            <a:endParaRPr>
              <a:sym typeface="+mn-ea"/>
            </a:endParaRPr>
          </a:p>
          <a:p>
            <a:pPr lvl="2">
              <a:spcBef>
                <a:spcPts val="1200"/>
              </a:spcBef>
              <a:spcAft>
                <a:spcPts val="0"/>
              </a:spcAft>
            </a:pPr>
            <a:r>
              <a:rPr>
                <a:sym typeface="+mn-ea"/>
              </a:rPr>
              <a:t>第三级</a:t>
            </a:r>
            <a:endParaRPr>
              <a:sym typeface="+mn-ea"/>
            </a:endParaRPr>
          </a:p>
          <a:p>
            <a:pPr lvl="3">
              <a:spcBef>
                <a:spcPts val="1200"/>
              </a:spcBef>
              <a:spcAft>
                <a:spcPts val="0"/>
              </a:spcAft>
            </a:pPr>
            <a:r>
              <a:rPr>
                <a:sym typeface="+mn-ea"/>
              </a:rPr>
              <a:t>第四级</a:t>
            </a:r>
            <a:endParaRPr>
              <a:sym typeface="+mn-ea"/>
            </a:endParaRPr>
          </a:p>
          <a:p>
            <a:pPr lvl="4">
              <a:spcBef>
                <a:spcPts val="1200"/>
              </a:spcBef>
              <a:spcAft>
                <a:spcPts val="0"/>
              </a:spcAft>
            </a:pPr>
            <a:r>
              <a:rPr>
                <a:sym typeface="+mn-ea"/>
              </a:rPr>
              <a:t>第五级</a:t>
            </a:r>
            <a:endParaRPr>
              <a:sym typeface="+mn-ea"/>
            </a:endParaRPr>
          </a:p>
        </p:txBody>
      </p:sp>
      <p:sp>
        <p:nvSpPr>
          <p:cNvPr id="14" name="任意多边形 13"/>
          <p:cNvSpPr/>
          <p:nvPr>
            <p:custDataLst>
              <p:tags r:id="rId3"/>
            </p:custDataLst>
          </p:nvPr>
        </p:nvSpPr>
        <p:spPr>
          <a:xfrm rot="5400000" flipV="1">
            <a:off x="-300990" y="301625"/>
            <a:ext cx="987425" cy="384810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001" h="606">
                <a:moveTo>
                  <a:pt x="0" y="0"/>
                </a:moveTo>
                <a:lnTo>
                  <a:pt x="2001" y="0"/>
                </a:lnTo>
                <a:lnTo>
                  <a:pt x="2001" y="256"/>
                </a:lnTo>
                <a:cubicBezTo>
                  <a:pt x="2001" y="450"/>
                  <a:pt x="1845" y="606"/>
                  <a:pt x="1651" y="606"/>
                </a:cubicBezTo>
                <a:lnTo>
                  <a:pt x="0" y="606"/>
                </a:lnTo>
                <a:lnTo>
                  <a:pt x="0" y="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cs typeface="MiSans Normal" panose="00000500000000000000" charset="-122"/>
            </a:endParaRPr>
          </a:p>
        </p:txBody>
      </p:sp>
      <p:sp>
        <p:nvSpPr>
          <p:cNvPr id="7" name="标题"/>
          <p:cNvSpPr txBox="1">
            <a:spLocks noGrp="1"/>
          </p:cNvSpPr>
          <p:nvPr>
            <p:ph type="title" idx="1"/>
            <p:custDataLst>
              <p:tags r:id="rId4"/>
            </p:custDataLst>
          </p:nvPr>
        </p:nvSpPr>
        <p:spPr>
          <a:xfrm>
            <a:off x="608330" y="397510"/>
            <a:ext cx="10968990" cy="678815"/>
          </a:xfrm>
          <a:prstGeom prst="rect">
            <a:avLst/>
          </a:prstGeom>
          <a:noFill/>
        </p:spPr>
        <p:txBody>
          <a:bodyPr wrap="square" rtlCol="0" anchor="b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zh-CN" altLang="en-US" sz="3200" b="0" i="0" u="none" strike="noStrike" kern="1200" cap="none" spc="300" normalizeH="0" baseline="0" noProof="1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lt"/>
                <a:cs typeface="MiSans Normal" panose="00000500000000000000" charset="-122"/>
                <a:sym typeface="+mn-ea"/>
              </a:defRPr>
            </a:lvl1pPr>
          </a:lstStyle>
          <a:p>
            <a:pPr lvl="0" algn="l">
              <a:buClrTx/>
              <a:buSzTx/>
              <a:buFontTx/>
            </a:pPr>
            <a:r>
              <a:rPr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目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0" name="直接连接符 59"/>
          <p:cNvCxnSpPr/>
          <p:nvPr>
            <p:custDataLst>
              <p:tags r:id="rId2"/>
            </p:custDataLst>
          </p:nvPr>
        </p:nvCxnSpPr>
        <p:spPr>
          <a:xfrm>
            <a:off x="3509010" y="1475105"/>
            <a:ext cx="0" cy="4572000"/>
          </a:xfrm>
          <a:prstGeom prst="line">
            <a:avLst/>
          </a:prstGeom>
          <a:ln>
            <a:solidFill>
              <a:schemeClr val="bg2">
                <a:lumMod val="50000"/>
                <a:alpha val="20000"/>
              </a:schemeClr>
            </a:solidFill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任意多边形 7"/>
          <p:cNvSpPr/>
          <p:nvPr>
            <p:custDataLst>
              <p:tags r:id="rId3"/>
            </p:custDataLst>
          </p:nvPr>
        </p:nvSpPr>
        <p:spPr>
          <a:xfrm>
            <a:off x="-18415" y="0"/>
            <a:ext cx="2251075" cy="87185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3545" h="1373">
                <a:moveTo>
                  <a:pt x="0" y="0"/>
                </a:moveTo>
                <a:lnTo>
                  <a:pt x="3545" y="0"/>
                </a:lnTo>
                <a:lnTo>
                  <a:pt x="3545" y="1023"/>
                </a:lnTo>
                <a:cubicBezTo>
                  <a:pt x="3545" y="1217"/>
                  <a:pt x="3389" y="1373"/>
                  <a:pt x="3195" y="1373"/>
                </a:cubicBezTo>
                <a:lnTo>
                  <a:pt x="9" y="1373"/>
                </a:lnTo>
                <a:lnTo>
                  <a:pt x="0" y="1373"/>
                </a:lnTo>
                <a:lnTo>
                  <a:pt x="0" y="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cs typeface="MiSans Normal" panose="00000500000000000000" charset="-122"/>
            </a:endParaRPr>
          </a:p>
        </p:txBody>
      </p:sp>
      <p:sp>
        <p:nvSpPr>
          <p:cNvPr id="7" name="副标题"/>
          <p:cNvSpPr txBox="1">
            <a:spLocks noGrp="1"/>
          </p:cNvSpPr>
          <p:nvPr>
            <p:ph type="body" idx="2" hasCustomPrompt="1"/>
            <p:custDataLst>
              <p:tags r:id="rId4"/>
            </p:custDataLst>
          </p:nvPr>
        </p:nvSpPr>
        <p:spPr>
          <a:xfrm>
            <a:off x="1165860" y="4138930"/>
            <a:ext cx="1375408" cy="1951990"/>
          </a:xfrm>
          <a:prstGeom prst="rect">
            <a:avLst/>
          </a:prstGeom>
          <a:noFill/>
        </p:spPr>
        <p:txBody>
          <a:bodyPr vert="eaVert" wrap="square" lIns="91440" tIns="45720" rIns="91440" bIns="45720" rtlCol="0" anchor="ctr">
            <a:normAutofit/>
          </a:bodyPr>
          <a:lstStyle>
            <a:lvl1pPr marL="0" marR="0" lvl="0" algn="just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en-US" altLang="zh-CN" sz="2000" b="0" i="0" u="none" strike="noStrike" kern="1200" cap="none" spc="0" normalizeH="0" baseline="0" noProof="1">
                <a:solidFill>
                  <a:schemeClr val="bg1">
                    <a:lumMod val="85000"/>
                  </a:schemeClr>
                </a:solidFill>
                <a:latin typeface="MiSans Heavy" panose="00000A00000000000000" charset="-122"/>
                <a:ea typeface="MiSans Heavy" panose="00000A00000000000000" charset="-122"/>
                <a:cs typeface="MiSans Normal" panose="00000500000000000000" charset="-122"/>
                <a:sym typeface="+mn-ea"/>
              </a:defRPr>
            </a:lvl1pPr>
          </a:lstStyle>
          <a:p>
            <a:pPr lvl="0" algn="just">
              <a:buClrTx/>
              <a:buSzTx/>
              <a:buFontTx/>
            </a:pPr>
            <a:r>
              <a:rPr dirty="0" err="1">
                <a:sym typeface="+mn-ea"/>
              </a:rPr>
              <a:t>单击编辑副标题</a:t>
            </a:r>
            <a:endParaRPr dirty="0">
              <a:sym typeface="+mn-ea"/>
            </a:endParaRPr>
          </a:p>
        </p:txBody>
      </p:sp>
      <p:sp>
        <p:nvSpPr>
          <p:cNvPr id="6" name="标题"/>
          <p:cNvSpPr txBox="1">
            <a:spLocks noGrp="1"/>
          </p:cNvSpPr>
          <p:nvPr>
            <p:ph type="title" idx="1" hasCustomPrompt="1"/>
            <p:custDataLst>
              <p:tags r:id="rId5"/>
            </p:custDataLst>
          </p:nvPr>
        </p:nvSpPr>
        <p:spPr>
          <a:xfrm>
            <a:off x="1166495" y="1793240"/>
            <a:ext cx="1375410" cy="2122210"/>
          </a:xfrm>
          <a:prstGeom prst="rect">
            <a:avLst/>
          </a:prstGeom>
          <a:noFill/>
        </p:spPr>
        <p:txBody>
          <a:bodyPr vert="eaVert" wrap="square" lIns="91440" tIns="45720" rIns="91440" bIns="45720" rtlCol="0" anchor="ctr">
            <a:normAutofit/>
          </a:bodyPr>
          <a:lstStyle>
            <a:lvl1pPr marL="0" marR="0" lvl="0" algn="r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zh-CN" altLang="en-US" sz="6000" b="0" i="0" u="none" strike="noStrike" kern="1200" cap="none" spc="0" normalizeH="0" baseline="0" noProof="1"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  <a:ea typeface="+mj-ea"/>
                <a:cs typeface="MiSans Normal" panose="00000500000000000000" charset="-122"/>
                <a:sym typeface="+mn-ea"/>
              </a:defRPr>
            </a:lvl1pPr>
          </a:lstStyle>
          <a:p>
            <a:pPr lvl="0" algn="l">
              <a:buClrTx/>
              <a:buSzTx/>
              <a:buFontTx/>
            </a:pPr>
            <a:r>
              <a:rPr dirty="0">
                <a:sym typeface="+mn-ea"/>
              </a:rPr>
              <a:t>标题</a:t>
            </a:r>
            <a:endParaRPr dirty="0">
              <a:sym typeface="+mn-ea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 showMasterSp="0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椭圆 11"/>
          <p:cNvSpPr/>
          <p:nvPr>
            <p:custDataLst>
              <p:tags r:id="rId2"/>
            </p:custDataLst>
          </p:nvPr>
        </p:nvSpPr>
        <p:spPr>
          <a:xfrm rot="16200000">
            <a:off x="977900" y="1336040"/>
            <a:ext cx="4351020" cy="4351020"/>
          </a:xfrm>
          <a:prstGeom prst="ellipse">
            <a:avLst/>
          </a:prstGeom>
          <a:solidFill>
            <a:schemeClr val="lt1"/>
          </a:solidFill>
          <a:ln>
            <a:noFill/>
          </a:ln>
          <a:effectLst>
            <a:outerShdw blurRad="495300" dist="38100" dir="2700000" algn="tl" rotWithShape="0">
              <a:schemeClr val="accent1">
                <a:alpha val="18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endParaRPr lang="zh-CN" altLang="en-US">
              <a:solidFill>
                <a:schemeClr val="lt1"/>
              </a:solidFill>
              <a:cs typeface="MiSans Normal" panose="00000500000000000000" charset="-122"/>
            </a:endParaRPr>
          </a:p>
        </p:txBody>
      </p:sp>
      <p:sp>
        <p:nvSpPr>
          <p:cNvPr id="11" name="椭圆 10"/>
          <p:cNvSpPr/>
          <p:nvPr>
            <p:custDataLst>
              <p:tags r:id="rId3"/>
            </p:custDataLst>
          </p:nvPr>
        </p:nvSpPr>
        <p:spPr>
          <a:xfrm rot="16200000">
            <a:off x="1828800" y="2186940"/>
            <a:ext cx="2649220" cy="2649220"/>
          </a:xfrm>
          <a:prstGeom prst="ellipse">
            <a:avLst/>
          </a:prstGeom>
          <a:solidFill>
            <a:schemeClr val="lt1"/>
          </a:solidFill>
          <a:ln>
            <a:noFill/>
          </a:ln>
          <a:effectLst>
            <a:outerShdw blurRad="495300" dist="38100" dir="2700000" algn="tl" rotWithShape="0">
              <a:schemeClr val="accent1">
                <a:alpha val="2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endParaRPr lang="zh-CN" altLang="en-US">
              <a:solidFill>
                <a:schemeClr val="lt1"/>
              </a:solidFill>
              <a:cs typeface="MiSans Normal" panose="00000500000000000000" charset="-122"/>
            </a:endParaRPr>
          </a:p>
        </p:txBody>
      </p:sp>
      <p:sp>
        <p:nvSpPr>
          <p:cNvPr id="9" name="弧形 8"/>
          <p:cNvSpPr/>
          <p:nvPr>
            <p:custDataLst>
              <p:tags r:id="rId4"/>
            </p:custDataLst>
          </p:nvPr>
        </p:nvSpPr>
        <p:spPr>
          <a:xfrm>
            <a:off x="301625" y="659765"/>
            <a:ext cx="5703570" cy="5703570"/>
          </a:xfrm>
          <a:prstGeom prst="arc">
            <a:avLst>
              <a:gd name="adj1" fmla="val 16200000"/>
              <a:gd name="adj2" fmla="val 5319923"/>
            </a:avLst>
          </a:prstGeom>
          <a:ln>
            <a:solidFill>
              <a:schemeClr val="bg2">
                <a:lumMod val="85000"/>
              </a:schemeClr>
            </a:solidFill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>
              <a:cs typeface="MiSans Normal" panose="00000500000000000000" charset="-122"/>
            </a:endParaRPr>
          </a:p>
        </p:txBody>
      </p:sp>
      <p:sp>
        <p:nvSpPr>
          <p:cNvPr id="10" name="圆角矩形 9"/>
          <p:cNvSpPr/>
          <p:nvPr>
            <p:custDataLst>
              <p:tags r:id="rId5"/>
            </p:custDataLst>
          </p:nvPr>
        </p:nvSpPr>
        <p:spPr>
          <a:xfrm rot="10800000">
            <a:off x="6876415" y="3851910"/>
            <a:ext cx="2408555" cy="159385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25000" lnSpcReduction="20000"/>
          </a:bodyPr>
          <a:lstStyle/>
          <a:p>
            <a:pPr algn="ctr"/>
            <a:endParaRPr lang="zh-CN" altLang="en-US">
              <a:cs typeface="MiSans Normal" panose="00000500000000000000" charset="-122"/>
            </a:endParaRPr>
          </a:p>
        </p:txBody>
      </p:sp>
      <p:sp>
        <p:nvSpPr>
          <p:cNvPr id="14" name="任意多边形 13"/>
          <p:cNvSpPr/>
          <p:nvPr>
            <p:custDataLst>
              <p:tags r:id="rId6"/>
            </p:custDataLst>
          </p:nvPr>
        </p:nvSpPr>
        <p:spPr>
          <a:xfrm flipV="1">
            <a:off x="8945880" y="0"/>
            <a:ext cx="3246120" cy="86042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5112" h="1355">
                <a:moveTo>
                  <a:pt x="301" y="0"/>
                </a:moveTo>
                <a:lnTo>
                  <a:pt x="5112" y="0"/>
                </a:lnTo>
                <a:lnTo>
                  <a:pt x="5112" y="1355"/>
                </a:lnTo>
                <a:lnTo>
                  <a:pt x="0" y="1355"/>
                </a:lnTo>
                <a:lnTo>
                  <a:pt x="0" y="301"/>
                </a:lnTo>
                <a:cubicBezTo>
                  <a:pt x="0" y="135"/>
                  <a:pt x="135" y="0"/>
                  <a:pt x="301" y="0"/>
                </a:cubicBez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cs typeface="MiSans Normal" panose="00000500000000000000" charset="-122"/>
            </a:endParaRPr>
          </a:p>
        </p:txBody>
      </p:sp>
      <p:sp>
        <p:nvSpPr>
          <p:cNvPr id="8" name="节编号"/>
          <p:cNvSpPr txBox="1">
            <a:spLocks noGrp="1"/>
          </p:cNvSpPr>
          <p:nvPr>
            <p:ph type="body" idx="2" hasCustomPrompt="1"/>
            <p:custDataLst>
              <p:tags r:id="rId7"/>
            </p:custDataLst>
          </p:nvPr>
        </p:nvSpPr>
        <p:spPr>
          <a:xfrm>
            <a:off x="1828800" y="3004185"/>
            <a:ext cx="2649220" cy="1208405"/>
          </a:xfrm>
          <a:prstGeom prst="rect">
            <a:avLst/>
          </a:prstGeom>
          <a:noFill/>
        </p:spPr>
        <p:txBody>
          <a:bodyPr wrap="square" lIns="91440" tIns="45720" rIns="91440" bIns="45720" rtlCol="0" anchor="t" anchorCtr="0">
            <a:normAutofit/>
          </a:bodyPr>
          <a:lstStyle>
            <a:lvl1pPr marL="0" marR="0" lvl="0" algn="ctr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en-US" altLang="zh-CN" sz="6000" b="0" i="0" u="none" strike="noStrike" kern="1200" cap="none" spc="200" normalizeH="0" baseline="0" noProof="1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MiSans Heavy" panose="00000A00000000000000" charset="-122"/>
                <a:ea typeface="MiSans Heavy" panose="00000A00000000000000" charset="-122"/>
                <a:cs typeface="MiSans Normal" panose="00000500000000000000" charset="-122"/>
                <a:sym typeface="+mn-ea"/>
              </a:defRPr>
            </a:lvl1pPr>
          </a:lstStyle>
          <a:p>
            <a:pPr lvl="0" algn="ctr">
              <a:buClrTx/>
              <a:buSzTx/>
              <a:buFontTx/>
            </a:pPr>
            <a:r>
              <a:rPr>
                <a:sym typeface="+mn-ea"/>
              </a:rPr>
              <a:t>节编号</a:t>
            </a:r>
            <a:endParaRPr>
              <a:sym typeface="+mn-ea"/>
            </a:endParaRPr>
          </a:p>
        </p:txBody>
      </p:sp>
      <p:sp>
        <p:nvSpPr>
          <p:cNvPr id="7" name="标题"/>
          <p:cNvSpPr txBox="1">
            <a:spLocks noGrp="1"/>
          </p:cNvSpPr>
          <p:nvPr>
            <p:ph type="title" idx="1" hasCustomPrompt="1"/>
            <p:custDataLst>
              <p:tags r:id="rId8"/>
            </p:custDataLst>
          </p:nvPr>
        </p:nvSpPr>
        <p:spPr>
          <a:xfrm>
            <a:off x="6732905" y="2092325"/>
            <a:ext cx="5005070" cy="1684020"/>
          </a:xfrm>
          <a:prstGeom prst="rect">
            <a:avLst/>
          </a:prstGeom>
          <a:noFill/>
        </p:spPr>
        <p:txBody>
          <a:bodyPr wrap="square" lIns="91440" tIns="45720" rIns="91440" bIns="45720" rtlCol="0" anchor="b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zh-CN" altLang="en-US" sz="4800" b="0" i="0" u="none" strike="noStrike" kern="1200" cap="none" spc="200" normalizeH="0" baseline="0" noProof="1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+mj-ea"/>
                <a:ea typeface="+mj-ea"/>
                <a:cs typeface="MiSans Normal" panose="00000500000000000000" charset="-122"/>
                <a:sym typeface="+mn-ea"/>
              </a:defRPr>
            </a:lvl1pPr>
          </a:lstStyle>
          <a:p>
            <a:pPr lvl="0" algn="l">
              <a:buClrTx/>
              <a:buSzTx/>
              <a:buFontTx/>
            </a:pPr>
            <a:r>
              <a:rPr>
                <a:sym typeface="+mn-ea"/>
              </a:rPr>
              <a:t>单击编辑标题</a:t>
            </a:r>
            <a:endParaRPr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9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10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11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 showMasterSp="0">
  <p:cSld name="标题和两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正文"/>
          <p:cNvSpPr txBox="1">
            <a:spLocks noGrp="1"/>
          </p:cNvSpPr>
          <p:nvPr>
            <p:ph idx="4"/>
            <p:custDataLst>
              <p:tags r:id="rId2"/>
            </p:custDataLst>
          </p:nvPr>
        </p:nvSpPr>
        <p:spPr>
          <a:xfrm>
            <a:off x="6400805" y="1490357"/>
            <a:ext cx="5176800" cy="4759236"/>
          </a:xfrm>
          <a:prstGeom prst="rect">
            <a:avLst/>
          </a:prstGeom>
          <a:ln>
            <a:noFill/>
            <a:prstDash val="sysDash"/>
          </a:ln>
        </p:spPr>
        <p:txBody>
          <a:bodyPr vert="horz" lIns="90000" tIns="46800" rIns="90000" bIns="46800" rtlCol="0">
            <a:normAutofit/>
          </a:bodyPr>
          <a:lstStyle>
            <a:defPPr>
              <a:defRPr lang="zh-CN"/>
            </a:defPPr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1800"/>
              </a:spcBef>
              <a:spcAft>
                <a:spcPts val="0"/>
              </a:spcAft>
              <a:buClrTx/>
              <a:buSzTx/>
              <a:buFont typeface="Arial" panose="020B0604020202090204" pitchFamily="34" charset="0"/>
              <a:buChar char="●"/>
              <a:defRPr kumimoji="0" lang="zh-CN" altLang="en-US" sz="1800" b="0" i="0" u="none" strike="noStrike" kern="1200" cap="none" spc="150" normalizeH="0" baseline="0" noProof="1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+mn-ea"/>
                <a:ea typeface="+mn-ea"/>
                <a:cs typeface="MiSans Normal" panose="00000500000000000000" charset="-122"/>
                <a:sym typeface="+mn-ea"/>
              </a:defRPr>
            </a:lvl1pPr>
            <a:lvl2pPr marL="449580" marR="0" lvl="1" indent="-231775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90204" pitchFamily="34" charset="0"/>
              <a:buChar char="●"/>
              <a:tabLst>
                <a:tab pos="1609725" algn="l"/>
              </a:tabLst>
              <a:defRPr kumimoji="0" sz="1600" b="0" i="0" u="none" strike="noStrike" cap="none" spc="150" normalizeH="0" baseline="0">
                <a:ln>
                  <a:noFill/>
                  <a:prstDash val="sysDot"/>
                </a:ln>
                <a:solidFill>
                  <a:schemeClr val="tx1">
                    <a:lumMod val="50000"/>
                    <a:lumOff val="50000"/>
                  </a:schemeClr>
                </a:solidFill>
                <a:uFillTx/>
                <a:latin typeface="+mn-ea"/>
                <a:ea typeface="+mn-ea"/>
              </a:defRPr>
            </a:lvl2pPr>
            <a:lvl3pPr marL="719455" marR="0" lvl="2" indent="-276225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90204" pitchFamily="34" charset="0"/>
              <a:buChar char="●"/>
              <a:defRPr kumimoji="0" sz="1600" b="0" i="0" u="none" strike="noStrike" cap="none" spc="150" normalizeH="0" baseline="0">
                <a:ln>
                  <a:noFill/>
                  <a:prstDash val="sysDot"/>
                </a:ln>
                <a:solidFill>
                  <a:schemeClr val="tx1">
                    <a:lumMod val="50000"/>
                    <a:lumOff val="50000"/>
                  </a:schemeClr>
                </a:solidFill>
                <a:uFillTx/>
                <a:latin typeface="+mn-ea"/>
                <a:ea typeface="+mn-ea"/>
              </a:defRPr>
            </a:lvl3pPr>
            <a:lvl4pPr marL="987425" marR="0" lvl="3" indent="-262255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tabLst>
                <a:tab pos="899795" algn="l"/>
              </a:tabLst>
              <a:defRPr kumimoji="0" sz="1400" b="0" i="0" u="none" strike="noStrike" cap="none" spc="150" normalizeH="0" baseline="0">
                <a:ln>
                  <a:noFill/>
                  <a:prstDash val="sysDot"/>
                </a:ln>
                <a:solidFill>
                  <a:schemeClr val="tx1">
                    <a:lumMod val="50000"/>
                    <a:lumOff val="50000"/>
                  </a:schemeClr>
                </a:solidFill>
                <a:uFillTx/>
                <a:latin typeface="+mn-ea"/>
                <a:ea typeface="+mn-ea"/>
              </a:defRPr>
            </a:lvl4pPr>
            <a:lvl5pPr marL="1256030" marR="0" lvl="4" indent="-262255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90204" pitchFamily="34" charset="0"/>
              <a:buChar char="•"/>
              <a:defRPr kumimoji="0" sz="1400" b="0" i="0" u="none" strike="noStrike" cap="none" spc="150" normalizeH="0" baseline="0">
                <a:ln>
                  <a:noFill/>
                  <a:prstDash val="sysDot"/>
                </a:ln>
                <a:solidFill>
                  <a:schemeClr val="tx1">
                    <a:lumMod val="50000"/>
                    <a:lumOff val="50000"/>
                  </a:schemeClr>
                </a:solidFill>
                <a:uFillTx/>
                <a:latin typeface="+mn-ea"/>
                <a:ea typeface="+mn-ea"/>
              </a:defRPr>
            </a:lvl5pPr>
            <a:lvl6pPr indent="0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None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</a:lvl9pPr>
          </a:lstStyle>
          <a:p>
            <a:pPr lvl="0"/>
            <a:r>
              <a:rPr>
                <a:sym typeface="+mn-ea"/>
              </a:rPr>
              <a:t>单击此处编辑母版文本样式</a:t>
            </a:r>
            <a:endParaRPr>
              <a:sym typeface="+mn-ea"/>
            </a:endParaRPr>
          </a:p>
          <a:p>
            <a:pPr lvl="1"/>
            <a:r>
              <a:rPr>
                <a:sym typeface="+mn-ea"/>
              </a:rPr>
              <a:t>第二级</a:t>
            </a:r>
            <a:endParaRPr>
              <a:sym typeface="+mn-ea"/>
            </a:endParaRPr>
          </a:p>
          <a:p>
            <a:pPr lvl="2"/>
            <a:r>
              <a:rPr>
                <a:sym typeface="+mn-ea"/>
              </a:rPr>
              <a:t>第三级</a:t>
            </a:r>
            <a:endParaRPr>
              <a:sym typeface="+mn-ea"/>
            </a:endParaRPr>
          </a:p>
          <a:p>
            <a:pPr lvl="3"/>
            <a:r>
              <a:rPr>
                <a:sym typeface="+mn-ea"/>
              </a:rPr>
              <a:t>第四级</a:t>
            </a:r>
            <a:endParaRPr>
              <a:sym typeface="+mn-ea"/>
            </a:endParaRPr>
          </a:p>
          <a:p>
            <a:pPr lvl="4"/>
            <a:r>
              <a:rPr>
                <a:sym typeface="+mn-ea"/>
              </a:rPr>
              <a:t>第五级</a:t>
            </a:r>
            <a:endParaRPr>
              <a:sym typeface="+mn-ea"/>
            </a:endParaRPr>
          </a:p>
        </p:txBody>
      </p:sp>
      <p:sp>
        <p:nvSpPr>
          <p:cNvPr id="9" name="正文"/>
          <p:cNvSpPr txBox="1">
            <a:spLocks noGrp="1"/>
          </p:cNvSpPr>
          <p:nvPr>
            <p:ph idx="3"/>
            <p:custDataLst>
              <p:tags r:id="rId3"/>
            </p:custDataLst>
          </p:nvPr>
        </p:nvSpPr>
        <p:spPr>
          <a:xfrm>
            <a:off x="608400" y="1490357"/>
            <a:ext cx="5176800" cy="4759236"/>
          </a:xfrm>
          <a:prstGeom prst="rect">
            <a:avLst/>
          </a:prstGeom>
          <a:ln>
            <a:noFill/>
            <a:prstDash val="sysDash"/>
          </a:ln>
        </p:spPr>
        <p:txBody>
          <a:bodyPr vert="horz" lIns="90000" tIns="46800" rIns="90000" bIns="4680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1800"/>
              </a:spcBef>
              <a:spcAft>
                <a:spcPts val="0"/>
              </a:spcAft>
              <a:buClrTx/>
              <a:buSzTx/>
              <a:buFont typeface="Arial" panose="020B0604020202090204" pitchFamily="34" charset="0"/>
              <a:buChar char="●"/>
              <a:defRPr kumimoji="0" lang="zh-CN" altLang="en-US" sz="1800" b="0" i="0" u="none" strike="noStrike" kern="1200" cap="none" spc="150" normalizeH="0" baseline="0" noProof="1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+mn-ea"/>
                <a:ea typeface="+mn-ea"/>
                <a:cs typeface="MiSans Normal" panose="00000500000000000000" charset="-122"/>
                <a:sym typeface="+mn-ea"/>
              </a:defRPr>
            </a:lvl1pPr>
            <a:lvl2pPr marL="685800" marR="0" lvl="1" indent="-228600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90204" pitchFamily="34" charset="0"/>
              <a:buChar char="●"/>
              <a:tabLst>
                <a:tab pos="1609725" algn="l"/>
              </a:tabLst>
              <a:defRPr kumimoji="0" sz="1600" b="0" i="0" u="none" strike="noStrike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ea"/>
                <a:ea typeface="+mn-ea"/>
              </a:defRPr>
            </a:lvl2pPr>
            <a:lvl3pPr marL="1143000" marR="0" lvl="2" indent="-228600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90204" pitchFamily="34" charset="0"/>
              <a:buChar char="●"/>
              <a:defRPr kumimoji="0" sz="1600" b="0" i="0" u="none" strike="noStrike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ea"/>
                <a:ea typeface="+mn-ea"/>
              </a:defRPr>
            </a:lvl3pPr>
            <a:lvl4pPr marL="1600200" marR="0" lvl="3" indent="-228600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sz="1400" b="0" i="0" u="none" strike="noStrike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ea"/>
                <a:ea typeface="+mn-ea"/>
              </a:defRPr>
            </a:lvl4pPr>
            <a:lvl5pPr marL="2057400" marR="0" lvl="4" indent="-228600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90204" pitchFamily="34" charset="0"/>
              <a:buChar char="•"/>
              <a:defRPr kumimoji="0" sz="1400" b="0" i="0" u="none" strike="noStrike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ea"/>
                <a:ea typeface="+mn-ea"/>
              </a:defRPr>
            </a:lvl5pPr>
            <a:lvl6pPr indent="0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None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</a:lvl9pPr>
          </a:lstStyle>
          <a:p>
            <a:pPr lvl="0">
              <a:spcBef>
                <a:spcPts val="1800"/>
              </a:spcBef>
              <a:spcAft>
                <a:spcPts val="0"/>
              </a:spcAft>
            </a:pPr>
            <a:r>
              <a:rPr>
                <a:sym typeface="+mn-ea"/>
              </a:rPr>
              <a:t>单击此处编辑母版文本样式</a:t>
            </a:r>
            <a:endParaRPr>
              <a:sym typeface="+mn-ea"/>
            </a:endParaRPr>
          </a:p>
          <a:p>
            <a:pPr lvl="1">
              <a:spcBef>
                <a:spcPts val="1800"/>
              </a:spcBef>
              <a:spcAft>
                <a:spcPts val="0"/>
              </a:spcAft>
            </a:pPr>
            <a:r>
              <a:rPr>
                <a:sym typeface="+mn-ea"/>
              </a:rPr>
              <a:t>第二级</a:t>
            </a:r>
            <a:endParaRPr>
              <a:sym typeface="+mn-ea"/>
            </a:endParaRPr>
          </a:p>
          <a:p>
            <a:pPr lvl="2">
              <a:spcBef>
                <a:spcPts val="1800"/>
              </a:spcBef>
              <a:spcAft>
                <a:spcPts val="0"/>
              </a:spcAft>
            </a:pPr>
            <a:r>
              <a:rPr>
                <a:sym typeface="+mn-ea"/>
              </a:rPr>
              <a:t>第三级</a:t>
            </a:r>
            <a:endParaRPr>
              <a:sym typeface="+mn-ea"/>
            </a:endParaRPr>
          </a:p>
          <a:p>
            <a:pPr lvl="3">
              <a:spcBef>
                <a:spcPts val="1800"/>
              </a:spcBef>
              <a:spcAft>
                <a:spcPts val="0"/>
              </a:spcAft>
            </a:pPr>
            <a:r>
              <a:rPr>
                <a:sym typeface="+mn-ea"/>
              </a:rPr>
              <a:t>第四级</a:t>
            </a:r>
            <a:endParaRPr>
              <a:sym typeface="+mn-ea"/>
            </a:endParaRPr>
          </a:p>
          <a:p>
            <a:pPr lvl="4">
              <a:spcBef>
                <a:spcPts val="1800"/>
              </a:spcBef>
              <a:spcAft>
                <a:spcPts val="0"/>
              </a:spcAft>
            </a:pPr>
            <a:r>
              <a:rPr>
                <a:sym typeface="+mn-ea"/>
              </a:rPr>
              <a:t>第五级</a:t>
            </a:r>
            <a:endParaRPr>
              <a:sym typeface="+mn-ea"/>
            </a:endParaRPr>
          </a:p>
        </p:txBody>
      </p:sp>
      <p:sp>
        <p:nvSpPr>
          <p:cNvPr id="14" name="任意多边形 13"/>
          <p:cNvSpPr/>
          <p:nvPr>
            <p:custDataLst>
              <p:tags r:id="rId4"/>
            </p:custDataLst>
          </p:nvPr>
        </p:nvSpPr>
        <p:spPr>
          <a:xfrm rot="5400000" flipV="1">
            <a:off x="-300990" y="301625"/>
            <a:ext cx="987425" cy="384810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001" h="606">
                <a:moveTo>
                  <a:pt x="0" y="0"/>
                </a:moveTo>
                <a:lnTo>
                  <a:pt x="2001" y="0"/>
                </a:lnTo>
                <a:lnTo>
                  <a:pt x="2001" y="256"/>
                </a:lnTo>
                <a:cubicBezTo>
                  <a:pt x="2001" y="450"/>
                  <a:pt x="1845" y="606"/>
                  <a:pt x="1651" y="606"/>
                </a:cubicBezTo>
                <a:lnTo>
                  <a:pt x="0" y="606"/>
                </a:lnTo>
                <a:lnTo>
                  <a:pt x="0" y="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cs typeface="MiSans Normal" panose="00000500000000000000" charset="-122"/>
            </a:endParaRPr>
          </a:p>
        </p:txBody>
      </p:sp>
      <p:sp>
        <p:nvSpPr>
          <p:cNvPr id="8" name="标题"/>
          <p:cNvSpPr txBox="1">
            <a:spLocks noGrp="1"/>
          </p:cNvSpPr>
          <p:nvPr>
            <p:ph type="title" idx="1"/>
            <p:custDataLst>
              <p:tags r:id="rId5"/>
            </p:custDataLst>
          </p:nvPr>
        </p:nvSpPr>
        <p:spPr>
          <a:xfrm>
            <a:off x="608330" y="397510"/>
            <a:ext cx="10968990" cy="678815"/>
          </a:xfrm>
          <a:prstGeom prst="rect">
            <a:avLst/>
          </a:prstGeom>
          <a:noFill/>
        </p:spPr>
        <p:txBody>
          <a:bodyPr wrap="square" rtlCol="0" anchor="b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zh-CN" altLang="en-US" sz="3200" b="0" i="0" u="none" strike="noStrike" kern="1200" cap="none" spc="300" normalizeH="0" baseline="0" noProof="1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lt"/>
                <a:cs typeface="MiSans Normal" panose="00000500000000000000" charset="-122"/>
                <a:sym typeface="+mn-ea"/>
              </a:defRPr>
            </a:lvl1pPr>
          </a:lstStyle>
          <a:p>
            <a:pPr lvl="0" algn="l">
              <a:buClrTx/>
              <a:buSzTx/>
              <a:buFontTx/>
            </a:pPr>
            <a:r>
              <a:rPr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 showMasterSp="0">
  <p:cSld name="标题和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正文"/>
          <p:cNvSpPr txBox="1">
            <a:spLocks noGrp="1"/>
          </p:cNvSpPr>
          <p:nvPr>
            <p:ph idx="6"/>
            <p:custDataLst>
              <p:tags r:id="rId2"/>
            </p:custDataLst>
          </p:nvPr>
        </p:nvSpPr>
        <p:spPr>
          <a:xfrm>
            <a:off x="6235200" y="1854000"/>
            <a:ext cx="5342400" cy="4395600"/>
          </a:xfrm>
          <a:prstGeom prst="rect">
            <a:avLst/>
          </a:prstGeom>
          <a:ln>
            <a:noFill/>
            <a:prstDash val="sysDash"/>
          </a:ln>
        </p:spPr>
        <p:txBody>
          <a:bodyPr vert="horz" lIns="90000" tIns="46800" rIns="90000" bIns="46800" rtlCol="0">
            <a:normAutofit/>
          </a:bodyPr>
          <a:lstStyle>
            <a:defPPr>
              <a:defRPr lang="zh-CN"/>
            </a:defPPr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1800"/>
              </a:spcBef>
              <a:spcAft>
                <a:spcPts val="0"/>
              </a:spcAft>
              <a:buClrTx/>
              <a:buSzTx/>
              <a:buFont typeface="Arial" panose="020B0604020202090204" pitchFamily="34" charset="0"/>
              <a:buChar char="●"/>
              <a:defRPr kumimoji="0" lang="zh-CN" altLang="en-US" sz="1800" b="0" i="0" u="none" strike="noStrike" kern="1200" cap="none" spc="150" normalizeH="0" baseline="0" noProof="1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+mn-ea"/>
                <a:ea typeface="+mn-ea"/>
                <a:cs typeface="MiSans Normal" panose="00000500000000000000" charset="-122"/>
                <a:sym typeface="+mn-ea"/>
              </a:defRPr>
            </a:lvl1pPr>
            <a:lvl2pPr marL="449580" marR="0" lvl="1" indent="-231775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90204" pitchFamily="34" charset="0"/>
              <a:buChar char="●"/>
              <a:tabLst>
                <a:tab pos="1609725" algn="l"/>
              </a:tabLst>
              <a:defRPr kumimoji="0" sz="1600" b="0" i="0" u="none" strike="noStrike" cap="none" spc="150" normalizeH="0" baseline="0">
                <a:ln>
                  <a:noFill/>
                  <a:prstDash val="sysDot"/>
                </a:ln>
                <a:solidFill>
                  <a:schemeClr val="tx1">
                    <a:lumMod val="50000"/>
                    <a:lumOff val="50000"/>
                  </a:schemeClr>
                </a:solidFill>
                <a:uFillTx/>
                <a:latin typeface="+mn-ea"/>
                <a:ea typeface="+mn-ea"/>
              </a:defRPr>
            </a:lvl2pPr>
            <a:lvl3pPr marL="719455" marR="0" lvl="2" indent="-276225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90204" pitchFamily="34" charset="0"/>
              <a:buChar char="●"/>
              <a:defRPr kumimoji="0" sz="1600" b="0" i="0" u="none" strike="noStrike" cap="none" spc="150" normalizeH="0" baseline="0">
                <a:ln>
                  <a:noFill/>
                  <a:prstDash val="sysDot"/>
                </a:ln>
                <a:solidFill>
                  <a:schemeClr val="tx1">
                    <a:lumMod val="50000"/>
                    <a:lumOff val="50000"/>
                  </a:schemeClr>
                </a:solidFill>
                <a:uFillTx/>
                <a:latin typeface="+mn-ea"/>
                <a:ea typeface="+mn-ea"/>
              </a:defRPr>
            </a:lvl3pPr>
            <a:lvl4pPr marL="987425" marR="0" lvl="3" indent="-262255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tabLst>
                <a:tab pos="899795" algn="l"/>
              </a:tabLst>
              <a:defRPr kumimoji="0" sz="1400" b="0" i="0" u="none" strike="noStrike" cap="none" spc="150" normalizeH="0" baseline="0">
                <a:ln>
                  <a:noFill/>
                  <a:prstDash val="sysDot"/>
                </a:ln>
                <a:solidFill>
                  <a:schemeClr val="tx1">
                    <a:lumMod val="50000"/>
                    <a:lumOff val="50000"/>
                  </a:schemeClr>
                </a:solidFill>
                <a:uFillTx/>
                <a:latin typeface="+mn-ea"/>
                <a:ea typeface="+mn-ea"/>
              </a:defRPr>
            </a:lvl4pPr>
            <a:lvl5pPr marL="1256030" marR="0" lvl="4" indent="-262255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90204" pitchFamily="34" charset="0"/>
              <a:buChar char="•"/>
              <a:defRPr kumimoji="0" sz="1400" b="0" i="0" u="none" strike="noStrike" cap="none" spc="150" normalizeH="0" baseline="0">
                <a:ln>
                  <a:noFill/>
                  <a:prstDash val="sysDot"/>
                </a:ln>
                <a:solidFill>
                  <a:schemeClr val="tx1">
                    <a:lumMod val="50000"/>
                    <a:lumOff val="50000"/>
                  </a:schemeClr>
                </a:solidFill>
                <a:uFillTx/>
                <a:latin typeface="+mn-ea"/>
                <a:ea typeface="+mn-ea"/>
              </a:defRPr>
            </a:lvl5pPr>
            <a:lvl6pPr indent="0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None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</a:lvl9pPr>
          </a:lstStyle>
          <a:p>
            <a:pPr lvl="0"/>
            <a:r>
              <a:rPr>
                <a:sym typeface="+mn-ea"/>
              </a:rPr>
              <a:t>单击此处编辑母版文本样式</a:t>
            </a:r>
            <a:endParaRPr>
              <a:sym typeface="+mn-ea"/>
            </a:endParaRPr>
          </a:p>
          <a:p>
            <a:pPr lvl="1"/>
            <a:r>
              <a:rPr>
                <a:sym typeface="+mn-ea"/>
              </a:rPr>
              <a:t>第二级</a:t>
            </a:r>
            <a:endParaRPr>
              <a:sym typeface="+mn-ea"/>
            </a:endParaRPr>
          </a:p>
          <a:p>
            <a:pPr lvl="2"/>
            <a:r>
              <a:rPr>
                <a:sym typeface="+mn-ea"/>
              </a:rPr>
              <a:t>第三级</a:t>
            </a:r>
            <a:endParaRPr>
              <a:sym typeface="+mn-ea"/>
            </a:endParaRPr>
          </a:p>
          <a:p>
            <a:pPr lvl="3"/>
            <a:r>
              <a:rPr>
                <a:sym typeface="+mn-ea"/>
              </a:rPr>
              <a:t>第四级</a:t>
            </a:r>
            <a:endParaRPr>
              <a:sym typeface="+mn-ea"/>
            </a:endParaRPr>
          </a:p>
          <a:p>
            <a:pPr lvl="4"/>
            <a:r>
              <a:rPr>
                <a:sym typeface="+mn-ea"/>
              </a:rPr>
              <a:t>第五级</a:t>
            </a:r>
            <a:endParaRPr>
              <a:sym typeface="+mn-ea"/>
            </a:endParaRPr>
          </a:p>
        </p:txBody>
      </p:sp>
      <p:sp>
        <p:nvSpPr>
          <p:cNvPr id="14" name="标题"/>
          <p:cNvSpPr txBox="1">
            <a:spLocks noGrp="1"/>
          </p:cNvSpPr>
          <p:nvPr>
            <p:ph type="title" idx="5"/>
            <p:custDataLst>
              <p:tags r:id="rId3"/>
            </p:custDataLst>
          </p:nvPr>
        </p:nvSpPr>
        <p:spPr>
          <a:xfrm>
            <a:off x="6235200" y="1429200"/>
            <a:ext cx="5342400" cy="400110"/>
          </a:xfrm>
          <a:prstGeom prst="rect">
            <a:avLst/>
          </a:prstGeom>
          <a:noFill/>
          <a:ln>
            <a:noFill/>
            <a:prstDash val="sysDash"/>
          </a:ln>
        </p:spPr>
        <p:txBody>
          <a:bodyPr wrap="square" rtlCol="0">
            <a:norm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zh-CN" altLang="en-US" sz="2000" b="1" i="0" u="none" strike="noStrike" kern="1200" cap="none" spc="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  <a:ea typeface="+mj-ea"/>
                <a:cs typeface="MiSans Normal" panose="00000500000000000000" charset="-122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13" name="正文"/>
          <p:cNvSpPr txBox="1">
            <a:spLocks noGrp="1"/>
          </p:cNvSpPr>
          <p:nvPr>
            <p:ph idx="4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  <a:prstGeom prst="rect">
            <a:avLst/>
          </a:prstGeom>
          <a:ln>
            <a:noFill/>
            <a:prstDash val="sysDash"/>
          </a:ln>
        </p:spPr>
        <p:txBody>
          <a:bodyPr vert="horz" lIns="90000" tIns="46800" rIns="90000" bIns="46800" rtlCol="0">
            <a:normAutofit/>
          </a:bodyPr>
          <a:lstStyle>
            <a:defPPr>
              <a:defRPr lang="zh-CN"/>
            </a:defPPr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1800"/>
              </a:spcBef>
              <a:spcAft>
                <a:spcPts val="0"/>
              </a:spcAft>
              <a:buClrTx/>
              <a:buSzTx/>
              <a:buFont typeface="Arial" panose="020B0604020202090204" pitchFamily="34" charset="0"/>
              <a:buChar char="●"/>
              <a:defRPr kumimoji="0" lang="zh-CN" altLang="en-US" sz="1800" b="0" i="0" u="none" strike="noStrike" kern="1200" cap="none" spc="150" normalizeH="0" baseline="0" noProof="1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+mn-ea"/>
                <a:ea typeface="+mn-ea"/>
                <a:cs typeface="MiSans Normal" panose="00000500000000000000" charset="-122"/>
                <a:sym typeface="+mn-ea"/>
              </a:defRPr>
            </a:lvl1pPr>
            <a:lvl2pPr marL="449580" marR="0" lvl="1" indent="-231775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90204" pitchFamily="34" charset="0"/>
              <a:buChar char="●"/>
              <a:tabLst>
                <a:tab pos="1609725" algn="l"/>
              </a:tabLst>
              <a:defRPr kumimoji="0" sz="1600" b="0" i="0" u="none" strike="noStrike" cap="none" spc="150" normalizeH="0" baseline="0">
                <a:ln>
                  <a:noFill/>
                  <a:prstDash val="sysDot"/>
                </a:ln>
                <a:solidFill>
                  <a:schemeClr val="tx1">
                    <a:lumMod val="50000"/>
                    <a:lumOff val="50000"/>
                  </a:schemeClr>
                </a:solidFill>
                <a:uFillTx/>
                <a:latin typeface="+mn-ea"/>
                <a:ea typeface="+mn-ea"/>
              </a:defRPr>
            </a:lvl2pPr>
            <a:lvl3pPr marL="719455" marR="0" lvl="2" indent="-276225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90204" pitchFamily="34" charset="0"/>
              <a:buChar char="●"/>
              <a:defRPr kumimoji="0" sz="1600" b="0" i="0" u="none" strike="noStrike" cap="none" spc="150" normalizeH="0" baseline="0">
                <a:ln>
                  <a:noFill/>
                  <a:prstDash val="sysDot"/>
                </a:ln>
                <a:solidFill>
                  <a:schemeClr val="tx1">
                    <a:lumMod val="50000"/>
                    <a:lumOff val="50000"/>
                  </a:schemeClr>
                </a:solidFill>
                <a:uFillTx/>
                <a:latin typeface="+mn-ea"/>
                <a:ea typeface="+mn-ea"/>
              </a:defRPr>
            </a:lvl3pPr>
            <a:lvl4pPr marL="987425" marR="0" lvl="3" indent="-262255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tabLst>
                <a:tab pos="899795" algn="l"/>
              </a:tabLst>
              <a:defRPr kumimoji="0" sz="1400" b="0" i="0" u="none" strike="noStrike" cap="none" spc="150" normalizeH="0" baseline="0">
                <a:ln>
                  <a:noFill/>
                  <a:prstDash val="sysDot"/>
                </a:ln>
                <a:solidFill>
                  <a:schemeClr val="tx1">
                    <a:lumMod val="50000"/>
                    <a:lumOff val="50000"/>
                  </a:schemeClr>
                </a:solidFill>
                <a:uFillTx/>
                <a:latin typeface="+mn-ea"/>
                <a:ea typeface="+mn-ea"/>
              </a:defRPr>
            </a:lvl4pPr>
            <a:lvl5pPr marL="1256030" marR="0" lvl="4" indent="-262255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90204" pitchFamily="34" charset="0"/>
              <a:buChar char="•"/>
              <a:defRPr kumimoji="0" sz="1400" b="0" i="0" u="none" strike="noStrike" cap="none" spc="150" normalizeH="0" baseline="0">
                <a:ln>
                  <a:noFill/>
                  <a:prstDash val="sysDot"/>
                </a:ln>
                <a:solidFill>
                  <a:schemeClr val="tx1">
                    <a:lumMod val="50000"/>
                    <a:lumOff val="50000"/>
                  </a:schemeClr>
                </a:solidFill>
                <a:uFillTx/>
                <a:latin typeface="+mn-ea"/>
                <a:ea typeface="+mn-ea"/>
              </a:defRPr>
            </a:lvl5pPr>
            <a:lvl6pPr indent="0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None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</a:lvl9pPr>
          </a:lstStyle>
          <a:p>
            <a:pPr lvl="0"/>
            <a:r>
              <a:rPr>
                <a:sym typeface="+mn-ea"/>
              </a:rPr>
              <a:t>单击此处编辑母版文本样式</a:t>
            </a:r>
            <a:endParaRPr>
              <a:sym typeface="+mn-ea"/>
            </a:endParaRPr>
          </a:p>
          <a:p>
            <a:pPr lvl="1"/>
            <a:r>
              <a:rPr>
                <a:sym typeface="+mn-ea"/>
              </a:rPr>
              <a:t>第二级</a:t>
            </a:r>
            <a:endParaRPr>
              <a:sym typeface="+mn-ea"/>
            </a:endParaRPr>
          </a:p>
          <a:p>
            <a:pPr lvl="2"/>
            <a:r>
              <a:rPr>
                <a:sym typeface="+mn-ea"/>
              </a:rPr>
              <a:t>第三级</a:t>
            </a:r>
            <a:endParaRPr>
              <a:sym typeface="+mn-ea"/>
            </a:endParaRPr>
          </a:p>
          <a:p>
            <a:pPr lvl="3"/>
            <a:r>
              <a:rPr>
                <a:sym typeface="+mn-ea"/>
              </a:rPr>
              <a:t>第四级</a:t>
            </a:r>
            <a:endParaRPr>
              <a:sym typeface="+mn-ea"/>
            </a:endParaRPr>
          </a:p>
          <a:p>
            <a:pPr lvl="4"/>
            <a:r>
              <a:rPr>
                <a:sym typeface="+mn-ea"/>
              </a:rPr>
              <a:t>第五级</a:t>
            </a:r>
            <a:endParaRPr>
              <a:sym typeface="+mn-ea"/>
            </a:endParaRPr>
          </a:p>
        </p:txBody>
      </p:sp>
      <p:sp>
        <p:nvSpPr>
          <p:cNvPr id="12" name="标题"/>
          <p:cNvSpPr txBox="1">
            <a:spLocks noGrp="1"/>
          </p:cNvSpPr>
          <p:nvPr>
            <p:ph type="title" idx="3"/>
            <p:custDataLst>
              <p:tags r:id="rId5"/>
            </p:custDataLst>
          </p:nvPr>
        </p:nvSpPr>
        <p:spPr>
          <a:xfrm>
            <a:off x="608400" y="1429200"/>
            <a:ext cx="5342400" cy="400110"/>
          </a:xfrm>
          <a:prstGeom prst="rect">
            <a:avLst/>
          </a:prstGeom>
          <a:noFill/>
          <a:ln>
            <a:noFill/>
            <a:prstDash val="sysDash"/>
          </a:ln>
        </p:spPr>
        <p:txBody>
          <a:bodyPr wrap="square" rtlCol="0">
            <a:norm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zh-CN" altLang="en-US" sz="2000" b="1" i="0" u="none" strike="noStrike" kern="1200" cap="none" spc="0" normalizeH="0" baseline="0" noProof="1"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  <a:ea typeface="+mj-ea"/>
                <a:cs typeface="MiSans Normal" panose="00000500000000000000" charset="-122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11" name="任意多边形 10"/>
          <p:cNvSpPr/>
          <p:nvPr>
            <p:custDataLst>
              <p:tags r:id="rId6"/>
            </p:custDataLst>
          </p:nvPr>
        </p:nvSpPr>
        <p:spPr>
          <a:xfrm rot="5400000" flipV="1">
            <a:off x="-300990" y="301625"/>
            <a:ext cx="987425" cy="384810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001" h="606">
                <a:moveTo>
                  <a:pt x="0" y="0"/>
                </a:moveTo>
                <a:lnTo>
                  <a:pt x="2001" y="0"/>
                </a:lnTo>
                <a:lnTo>
                  <a:pt x="2001" y="256"/>
                </a:lnTo>
                <a:cubicBezTo>
                  <a:pt x="2001" y="450"/>
                  <a:pt x="1845" y="606"/>
                  <a:pt x="1651" y="606"/>
                </a:cubicBezTo>
                <a:lnTo>
                  <a:pt x="0" y="606"/>
                </a:lnTo>
                <a:lnTo>
                  <a:pt x="0" y="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cs typeface="MiSans Normal" panose="00000500000000000000" charset="-122"/>
            </a:endParaRPr>
          </a:p>
        </p:txBody>
      </p:sp>
      <p:sp>
        <p:nvSpPr>
          <p:cNvPr id="10" name="标题"/>
          <p:cNvSpPr txBox="1">
            <a:spLocks noGrp="1"/>
          </p:cNvSpPr>
          <p:nvPr>
            <p:ph type="title" idx="1"/>
            <p:custDataLst>
              <p:tags r:id="rId7"/>
            </p:custDataLst>
          </p:nvPr>
        </p:nvSpPr>
        <p:spPr>
          <a:xfrm>
            <a:off x="608330" y="397510"/>
            <a:ext cx="10968990" cy="678815"/>
          </a:xfrm>
          <a:prstGeom prst="rect">
            <a:avLst/>
          </a:prstGeom>
          <a:noFill/>
        </p:spPr>
        <p:txBody>
          <a:bodyPr wrap="square" rtlCol="0" anchor="b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zh-CN" altLang="en-US" sz="3200" b="0" i="0" u="none" strike="noStrike" kern="1200" cap="none" spc="300" normalizeH="0" baseline="0" noProof="1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lt"/>
                <a:cs typeface="MiSans Normal" panose="00000500000000000000" charset="-122"/>
                <a:sym typeface="+mn-ea"/>
              </a:defRPr>
            </a:lvl1pPr>
          </a:lstStyle>
          <a:p>
            <a:pPr lvl="0" algn="l">
              <a:buClrTx/>
              <a:buSzTx/>
              <a:buFontTx/>
            </a:pPr>
            <a:r>
              <a:rPr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8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9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10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 showMasterSp="0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任意多边形 6"/>
          <p:cNvSpPr/>
          <p:nvPr>
            <p:custDataLst>
              <p:tags r:id="rId2"/>
            </p:custDataLst>
          </p:nvPr>
        </p:nvSpPr>
        <p:spPr>
          <a:xfrm rot="5400000" flipV="1">
            <a:off x="-300990" y="301625"/>
            <a:ext cx="987425" cy="384810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001" h="606">
                <a:moveTo>
                  <a:pt x="0" y="0"/>
                </a:moveTo>
                <a:lnTo>
                  <a:pt x="2001" y="0"/>
                </a:lnTo>
                <a:lnTo>
                  <a:pt x="2001" y="256"/>
                </a:lnTo>
                <a:cubicBezTo>
                  <a:pt x="2001" y="450"/>
                  <a:pt x="1845" y="606"/>
                  <a:pt x="1651" y="606"/>
                </a:cubicBezTo>
                <a:lnTo>
                  <a:pt x="0" y="606"/>
                </a:lnTo>
                <a:lnTo>
                  <a:pt x="0" y="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cs typeface="MiSans Normal" panose="00000500000000000000" charset="-122"/>
            </a:endParaRPr>
          </a:p>
        </p:txBody>
      </p:sp>
      <p:sp>
        <p:nvSpPr>
          <p:cNvPr id="6" name="标题"/>
          <p:cNvSpPr txBox="1">
            <a:spLocks noGrp="1"/>
          </p:cNvSpPr>
          <p:nvPr>
            <p:ph type="title" idx="1"/>
            <p:custDataLst>
              <p:tags r:id="rId3"/>
            </p:custDataLst>
          </p:nvPr>
        </p:nvSpPr>
        <p:spPr>
          <a:xfrm>
            <a:off x="608330" y="397510"/>
            <a:ext cx="10968990" cy="678815"/>
          </a:xfrm>
          <a:prstGeom prst="rect">
            <a:avLst/>
          </a:prstGeom>
          <a:noFill/>
        </p:spPr>
        <p:txBody>
          <a:bodyPr wrap="square" rtlCol="0" anchor="b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zh-CN" altLang="en-US" sz="3200" b="0" i="0" u="none" strike="noStrike" kern="1200" cap="none" spc="300" normalizeH="0" baseline="0" noProof="1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lt"/>
                <a:cs typeface="MiSans Normal" panose="00000500000000000000" charset="-122"/>
                <a:sym typeface="+mn-ea"/>
              </a:defRPr>
            </a:lvl1pPr>
          </a:lstStyle>
          <a:p>
            <a:pPr lvl="0" algn="l">
              <a:buClrTx/>
              <a:buSzTx/>
              <a:buFontTx/>
            </a:pPr>
            <a:r>
              <a:rPr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 showMasterSp="0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任意多边形 13"/>
          <p:cNvSpPr/>
          <p:nvPr>
            <p:custDataLst>
              <p:tags r:id="rId2"/>
            </p:custDataLst>
          </p:nvPr>
        </p:nvSpPr>
        <p:spPr>
          <a:xfrm rot="5400000" flipV="1">
            <a:off x="-300990" y="301625"/>
            <a:ext cx="987425" cy="384810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001" h="606">
                <a:moveTo>
                  <a:pt x="0" y="0"/>
                </a:moveTo>
                <a:lnTo>
                  <a:pt x="2001" y="0"/>
                </a:lnTo>
                <a:lnTo>
                  <a:pt x="2001" y="256"/>
                </a:lnTo>
                <a:cubicBezTo>
                  <a:pt x="2001" y="450"/>
                  <a:pt x="1845" y="606"/>
                  <a:pt x="1651" y="606"/>
                </a:cubicBezTo>
                <a:lnTo>
                  <a:pt x="0" y="606"/>
                </a:lnTo>
                <a:lnTo>
                  <a:pt x="0" y="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cs typeface="MiSans Normal" panose="00000500000000000000" charset="-122"/>
            </a:endParaRP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 showMasterSp="0">
  <p:cSld name="仅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正文"/>
          <p:cNvSpPr txBox="1">
            <a:spLocks noGrp="1"/>
          </p:cNvSpPr>
          <p:nvPr>
            <p:ph idx="2"/>
            <p:custDataLst>
              <p:tags r:id="rId2"/>
            </p:custDataLst>
          </p:nvPr>
        </p:nvSpPr>
        <p:spPr>
          <a:xfrm>
            <a:off x="608330" y="397510"/>
            <a:ext cx="10968990" cy="5859145"/>
          </a:xfrm>
          <a:prstGeom prst="rect">
            <a:avLst/>
          </a:prstGeom>
          <a:ln>
            <a:noFill/>
            <a:prstDash val="sysDash"/>
          </a:ln>
        </p:spPr>
        <p:txBody>
          <a:bodyPr vert="horz" lIns="90000" tIns="46800" rIns="90000" bIns="46800" rtlCol="0">
            <a:normAutofit/>
          </a:bodyPr>
          <a:lstStyle>
            <a:defPPr>
              <a:defRPr lang="zh-CN"/>
            </a:defPPr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1800"/>
              </a:spcBef>
              <a:spcAft>
                <a:spcPts val="0"/>
              </a:spcAft>
              <a:buClrTx/>
              <a:buSzTx/>
              <a:buFont typeface="Arial" panose="020B0604020202090204" pitchFamily="34" charset="0"/>
              <a:buChar char="●"/>
              <a:defRPr kumimoji="0" lang="zh-CN" altLang="en-US" sz="1800" b="0" i="0" u="none" strike="noStrike" kern="1200" cap="none" spc="150" normalizeH="0" baseline="0" noProof="1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+mn-ea"/>
                <a:ea typeface="+mn-ea"/>
                <a:cs typeface="MiSans Normal" panose="00000500000000000000" charset="-122"/>
                <a:sym typeface="+mn-ea"/>
              </a:defRPr>
            </a:lvl1pPr>
            <a:lvl2pPr marL="449580" marR="0" lvl="1" indent="-231775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90204" pitchFamily="34" charset="0"/>
              <a:buChar char="●"/>
              <a:tabLst>
                <a:tab pos="1609725" algn="l"/>
              </a:tabLst>
              <a:defRPr kumimoji="0" sz="1600" b="0" i="0" u="none" strike="noStrike" cap="none" spc="150" normalizeH="0" baseline="0">
                <a:ln>
                  <a:noFill/>
                  <a:prstDash val="sysDot"/>
                </a:ln>
                <a:solidFill>
                  <a:schemeClr val="tx1">
                    <a:lumMod val="50000"/>
                    <a:lumOff val="50000"/>
                  </a:schemeClr>
                </a:solidFill>
                <a:uFillTx/>
                <a:latin typeface="+mn-ea"/>
                <a:ea typeface="+mn-ea"/>
              </a:defRPr>
            </a:lvl2pPr>
            <a:lvl3pPr marL="719455" marR="0" lvl="2" indent="-276225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90204" pitchFamily="34" charset="0"/>
              <a:buChar char="●"/>
              <a:defRPr kumimoji="0" sz="1600" b="0" i="0" u="none" strike="noStrike" cap="none" spc="150" normalizeH="0" baseline="0">
                <a:ln>
                  <a:noFill/>
                  <a:prstDash val="sysDot"/>
                </a:ln>
                <a:solidFill>
                  <a:schemeClr val="tx1">
                    <a:lumMod val="50000"/>
                    <a:lumOff val="50000"/>
                  </a:schemeClr>
                </a:solidFill>
                <a:uFillTx/>
                <a:latin typeface="+mn-ea"/>
                <a:ea typeface="+mn-ea"/>
              </a:defRPr>
            </a:lvl3pPr>
            <a:lvl4pPr marL="987425" marR="0" lvl="3" indent="-262255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tabLst>
                <a:tab pos="899795" algn="l"/>
              </a:tabLst>
              <a:defRPr kumimoji="0" sz="1400" b="0" i="0" u="none" strike="noStrike" cap="none" spc="150" normalizeH="0" baseline="0">
                <a:ln>
                  <a:noFill/>
                  <a:prstDash val="sysDot"/>
                </a:ln>
                <a:solidFill>
                  <a:schemeClr val="tx1">
                    <a:lumMod val="50000"/>
                    <a:lumOff val="50000"/>
                  </a:schemeClr>
                </a:solidFill>
                <a:uFillTx/>
                <a:latin typeface="+mn-ea"/>
                <a:ea typeface="+mn-ea"/>
              </a:defRPr>
            </a:lvl4pPr>
            <a:lvl5pPr marL="1256030" marR="0" lvl="4" indent="-262255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90204" pitchFamily="34" charset="0"/>
              <a:buChar char="•"/>
              <a:defRPr kumimoji="0" sz="1400" b="0" i="0" u="none" strike="noStrike" cap="none" spc="150" normalizeH="0" baseline="0">
                <a:ln>
                  <a:noFill/>
                  <a:prstDash val="sysDot"/>
                </a:ln>
                <a:solidFill>
                  <a:schemeClr val="tx1">
                    <a:lumMod val="50000"/>
                    <a:lumOff val="50000"/>
                  </a:schemeClr>
                </a:solidFill>
                <a:uFillTx/>
                <a:latin typeface="+mn-ea"/>
                <a:ea typeface="+mn-ea"/>
              </a:defRPr>
            </a:lvl5pPr>
            <a:lvl6pPr indent="0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None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</a:lvl9pPr>
          </a:lstStyle>
          <a:p>
            <a:pPr lvl="0"/>
            <a:r>
              <a:rPr>
                <a:sym typeface="+mn-ea"/>
              </a:rPr>
              <a:t>单击此处编辑母版文本样式</a:t>
            </a:r>
            <a:endParaRPr>
              <a:sym typeface="+mn-ea"/>
            </a:endParaRPr>
          </a:p>
          <a:p>
            <a:pPr lvl="1"/>
            <a:r>
              <a:rPr>
                <a:sym typeface="+mn-ea"/>
              </a:rPr>
              <a:t>第二级</a:t>
            </a:r>
            <a:endParaRPr>
              <a:sym typeface="+mn-ea"/>
            </a:endParaRPr>
          </a:p>
          <a:p>
            <a:pPr lvl="2"/>
            <a:r>
              <a:rPr>
                <a:sym typeface="+mn-ea"/>
              </a:rPr>
              <a:t>第三级</a:t>
            </a:r>
            <a:endParaRPr>
              <a:sym typeface="+mn-ea"/>
            </a:endParaRPr>
          </a:p>
          <a:p>
            <a:pPr lvl="3"/>
            <a:r>
              <a:rPr>
                <a:sym typeface="+mn-ea"/>
              </a:rPr>
              <a:t>第四级</a:t>
            </a:r>
            <a:endParaRPr>
              <a:sym typeface="+mn-ea"/>
            </a:endParaRPr>
          </a:p>
          <a:p>
            <a:pPr lvl="4"/>
            <a:r>
              <a:rPr>
                <a:sym typeface="+mn-ea"/>
              </a:rPr>
              <a:t>第五级</a:t>
            </a:r>
            <a:endParaRPr>
              <a:sym typeface="+mn-ea"/>
            </a:endParaRPr>
          </a:p>
        </p:txBody>
      </p:sp>
      <p:sp>
        <p:nvSpPr>
          <p:cNvPr id="14" name="任意多边形 13"/>
          <p:cNvSpPr/>
          <p:nvPr>
            <p:custDataLst>
              <p:tags r:id="rId3"/>
            </p:custDataLst>
          </p:nvPr>
        </p:nvSpPr>
        <p:spPr>
          <a:xfrm rot="5400000" flipV="1">
            <a:off x="-300990" y="301625"/>
            <a:ext cx="987425" cy="384810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001" h="606">
                <a:moveTo>
                  <a:pt x="0" y="0"/>
                </a:moveTo>
                <a:lnTo>
                  <a:pt x="2001" y="0"/>
                </a:lnTo>
                <a:lnTo>
                  <a:pt x="2001" y="256"/>
                </a:lnTo>
                <a:cubicBezTo>
                  <a:pt x="2001" y="450"/>
                  <a:pt x="1845" y="606"/>
                  <a:pt x="1651" y="606"/>
                </a:cubicBezTo>
                <a:lnTo>
                  <a:pt x="0" y="606"/>
                </a:lnTo>
                <a:lnTo>
                  <a:pt x="0" y="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cs typeface="MiSans Normal" panose="00000500000000000000" charset="-122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 showMasterSp="0">
  <p:cSld name="标题和副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任意多边形 7"/>
          <p:cNvSpPr/>
          <p:nvPr>
            <p:custDataLst>
              <p:tags r:id="rId2"/>
            </p:custDataLst>
          </p:nvPr>
        </p:nvSpPr>
        <p:spPr>
          <a:xfrm rot="5400000" flipV="1">
            <a:off x="-300990" y="301625"/>
            <a:ext cx="987425" cy="384810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001" h="606">
                <a:moveTo>
                  <a:pt x="0" y="0"/>
                </a:moveTo>
                <a:lnTo>
                  <a:pt x="2001" y="0"/>
                </a:lnTo>
                <a:lnTo>
                  <a:pt x="2001" y="256"/>
                </a:lnTo>
                <a:cubicBezTo>
                  <a:pt x="2001" y="450"/>
                  <a:pt x="1845" y="606"/>
                  <a:pt x="1651" y="606"/>
                </a:cubicBezTo>
                <a:lnTo>
                  <a:pt x="0" y="606"/>
                </a:lnTo>
                <a:lnTo>
                  <a:pt x="0" y="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cs typeface="MiSans Normal" panose="00000500000000000000" charset="-122"/>
            </a:endParaRPr>
          </a:p>
        </p:txBody>
      </p:sp>
      <p:sp>
        <p:nvSpPr>
          <p:cNvPr id="7" name="副标题"/>
          <p:cNvSpPr txBox="1">
            <a:spLocks noGrp="1"/>
          </p:cNvSpPr>
          <p:nvPr>
            <p:ph type="body" idx="2" hasCustomPrompt="1"/>
            <p:custDataLst>
              <p:tags r:id="rId3"/>
            </p:custDataLst>
          </p:nvPr>
        </p:nvSpPr>
        <p:spPr>
          <a:xfrm>
            <a:off x="608330" y="1075690"/>
            <a:ext cx="10968990" cy="471805"/>
          </a:xfrm>
          <a:prstGeom prst="rect">
            <a:avLst/>
          </a:prstGeom>
          <a:noFill/>
          <a:ln>
            <a:noFill/>
            <a:prstDash val="sysDash"/>
          </a:ln>
        </p:spPr>
        <p:txBody>
          <a:bodyPr wrap="square" rtlCol="0">
            <a:norm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zh-CN" altLang="en-US" sz="2000" b="0" i="0" u="none" strike="noStrike" kern="1200" cap="none" spc="30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  <a:cs typeface="MiSans Normal" panose="00000500000000000000" charset="-122"/>
              </a:defRPr>
            </a:lvl1pPr>
          </a:lstStyle>
          <a:p>
            <a:pPr lvl="0" algn="l"/>
            <a:r>
              <a:rPr>
                <a:sym typeface="+mn-ea"/>
              </a:rPr>
              <a:t>单击此处编辑母版副标题样式</a:t>
            </a:r>
            <a:endParaRPr>
              <a:sym typeface="+mn-ea"/>
            </a:endParaRPr>
          </a:p>
        </p:txBody>
      </p:sp>
      <p:sp>
        <p:nvSpPr>
          <p:cNvPr id="6" name="标题"/>
          <p:cNvSpPr txBox="1">
            <a:spLocks noGrp="1"/>
          </p:cNvSpPr>
          <p:nvPr>
            <p:ph type="title" idx="1"/>
            <p:custDataLst>
              <p:tags r:id="rId4"/>
            </p:custDataLst>
          </p:nvPr>
        </p:nvSpPr>
        <p:spPr>
          <a:xfrm>
            <a:off x="608330" y="397510"/>
            <a:ext cx="10968990" cy="678815"/>
          </a:xfrm>
          <a:prstGeom prst="rect">
            <a:avLst/>
          </a:prstGeom>
          <a:noFill/>
        </p:spPr>
        <p:txBody>
          <a:bodyPr wrap="square" rtlCol="0" anchor="b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zh-CN" altLang="en-US" sz="3200" b="0" i="0" u="none" strike="noStrike" kern="1200" cap="none" spc="300" normalizeH="0" baseline="0" noProof="1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lt"/>
                <a:cs typeface="MiSans Normal" panose="00000500000000000000" charset="-122"/>
                <a:sym typeface="+mn-ea"/>
              </a:defRPr>
            </a:lvl1pPr>
          </a:lstStyle>
          <a:p>
            <a:pPr lvl="0" algn="l">
              <a:buClrTx/>
              <a:buSzTx/>
              <a:buFontTx/>
            </a:pPr>
            <a:r>
              <a:rPr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 showMasterSp="0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任意多边形 22"/>
          <p:cNvSpPr/>
          <p:nvPr>
            <p:custDataLst>
              <p:tags r:id="rId2"/>
            </p:custDataLst>
          </p:nvPr>
        </p:nvSpPr>
        <p:spPr>
          <a:xfrm>
            <a:off x="-14605" y="-14605"/>
            <a:ext cx="6006465" cy="6897370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9459" h="10862">
                <a:moveTo>
                  <a:pt x="0" y="0"/>
                </a:moveTo>
                <a:lnTo>
                  <a:pt x="7595" y="0"/>
                </a:lnTo>
                <a:lnTo>
                  <a:pt x="7612" y="22"/>
                </a:lnTo>
                <a:cubicBezTo>
                  <a:pt x="8770" y="1514"/>
                  <a:pt x="9459" y="3388"/>
                  <a:pt x="9459" y="5423"/>
                </a:cubicBezTo>
                <a:cubicBezTo>
                  <a:pt x="9459" y="7458"/>
                  <a:pt x="8770" y="9332"/>
                  <a:pt x="7612" y="10824"/>
                </a:cubicBezTo>
                <a:lnTo>
                  <a:pt x="7582" y="10862"/>
                </a:lnTo>
                <a:lnTo>
                  <a:pt x="0" y="10862"/>
                </a:ln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outerShdw blurRad="495300" dist="38100" dir="2700000" algn="tl" rotWithShape="0">
              <a:schemeClr val="accent1">
                <a:alpha val="1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 lang="zh-CN" altLang="en-US">
              <a:cs typeface="MiSans Normal" panose="00000500000000000000" charset="-122"/>
            </a:endParaRPr>
          </a:p>
        </p:txBody>
      </p:sp>
      <p:sp>
        <p:nvSpPr>
          <p:cNvPr id="24" name="任意多边形 23"/>
          <p:cNvSpPr/>
          <p:nvPr>
            <p:custDataLst>
              <p:tags r:id="rId3"/>
            </p:custDataLst>
          </p:nvPr>
        </p:nvSpPr>
        <p:spPr>
          <a:xfrm rot="16200000">
            <a:off x="-1402080" y="1361440"/>
            <a:ext cx="6894830" cy="4119881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">
                <a:pos x="hc" y="t"/>
              </a:cxn>
              <a:cxn ang="3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">
                <a:pos x="ir" y="it"/>
              </a:cxn>
            </a:cxnLst>
            <a:rect l="l" t="t" r="r" b="b"/>
            <a:pathLst>
              <a:path w="10858" h="6488">
                <a:moveTo>
                  <a:pt x="0" y="0"/>
                </a:moveTo>
                <a:lnTo>
                  <a:pt x="10858" y="0"/>
                </a:lnTo>
                <a:lnTo>
                  <a:pt x="10858" y="2789"/>
                </a:lnTo>
                <a:lnTo>
                  <a:pt x="10834" y="2850"/>
                </a:lnTo>
                <a:cubicBezTo>
                  <a:pt x="9962" y="4984"/>
                  <a:pt x="7865" y="6488"/>
                  <a:pt x="5417" y="6488"/>
                </a:cubicBezTo>
                <a:cubicBezTo>
                  <a:pt x="2982" y="6488"/>
                  <a:pt x="895" y="5001"/>
                  <a:pt x="15" y="2885"/>
                </a:cubicBezTo>
                <a:lnTo>
                  <a:pt x="0" y="2849"/>
                </a:lnTo>
                <a:lnTo>
                  <a:pt x="0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  <a:effectLst>
            <a:outerShdw blurRad="495300" dist="152400" dir="2700000" algn="tl" rotWithShape="0">
              <a:schemeClr val="accent1">
                <a:alpha val="1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 lang="zh-CN" altLang="en-US">
              <a:solidFill>
                <a:schemeClr val="lt1"/>
              </a:solidFill>
              <a:cs typeface="MiSans Normal" panose="00000500000000000000" charset="-122"/>
            </a:endParaRPr>
          </a:p>
        </p:txBody>
      </p:sp>
      <p:sp>
        <p:nvSpPr>
          <p:cNvPr id="26" name="任意多边形 25"/>
          <p:cNvSpPr/>
          <p:nvPr>
            <p:custDataLst>
              <p:tags r:id="rId4"/>
            </p:custDataLst>
          </p:nvPr>
        </p:nvSpPr>
        <p:spPr>
          <a:xfrm rot="16200000">
            <a:off x="-1342039" y="2313346"/>
            <a:ext cx="4864351" cy="2231073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">
                <a:pos x="hc" y="t"/>
              </a:cxn>
              <a:cxn ang="3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">
                <a:pos x="ir" y="it"/>
              </a:cxn>
            </a:cxnLst>
            <a:rect l="l" t="t" r="r" b="b"/>
            <a:pathLst>
              <a:path w="7660" h="3514">
                <a:moveTo>
                  <a:pt x="0" y="0"/>
                </a:moveTo>
                <a:lnTo>
                  <a:pt x="7660" y="0"/>
                </a:lnTo>
                <a:lnTo>
                  <a:pt x="7659" y="14"/>
                </a:lnTo>
                <a:cubicBezTo>
                  <a:pt x="7485" y="1975"/>
                  <a:pt x="5837" y="3514"/>
                  <a:pt x="3830" y="3514"/>
                </a:cubicBezTo>
                <a:cubicBezTo>
                  <a:pt x="1822" y="3514"/>
                  <a:pt x="173" y="1974"/>
                  <a:pt x="1" y="10"/>
                </a:cubicBezTo>
                <a:lnTo>
                  <a:pt x="0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  <a:effectLst>
            <a:outerShdw blurRad="495300" dist="38100" dir="2700000" algn="tl" rotWithShape="0">
              <a:schemeClr val="accent1">
                <a:alpha val="2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 lang="zh-CN" altLang="en-US">
              <a:solidFill>
                <a:schemeClr val="lt1"/>
              </a:solidFill>
              <a:cs typeface="MiSans Normal" panose="00000500000000000000" charset="-122"/>
            </a:endParaRPr>
          </a:p>
        </p:txBody>
      </p:sp>
      <p:sp>
        <p:nvSpPr>
          <p:cNvPr id="30" name="圆角矩形 29"/>
          <p:cNvSpPr/>
          <p:nvPr>
            <p:custDataLst>
              <p:tags r:id="rId5"/>
            </p:custDataLst>
          </p:nvPr>
        </p:nvSpPr>
        <p:spPr>
          <a:xfrm rot="10800000">
            <a:off x="5155565" y="3089275"/>
            <a:ext cx="5383530" cy="111125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25000" lnSpcReduction="20000"/>
          </a:bodyPr>
          <a:lstStyle/>
          <a:p>
            <a:pPr algn="ctr"/>
            <a:endParaRPr lang="zh-CN" altLang="en-US">
              <a:cs typeface="MiSans Normal" panose="00000500000000000000" charset="-122"/>
            </a:endParaRPr>
          </a:p>
        </p:txBody>
      </p:sp>
      <p:cxnSp>
        <p:nvCxnSpPr>
          <p:cNvPr id="32" name="直接连接符 31"/>
          <p:cNvCxnSpPr/>
          <p:nvPr>
            <p:custDataLst>
              <p:tags r:id="rId6"/>
            </p:custDataLst>
          </p:nvPr>
        </p:nvCxnSpPr>
        <p:spPr>
          <a:xfrm>
            <a:off x="11197590" y="2981325"/>
            <a:ext cx="215900" cy="0"/>
          </a:xfrm>
          <a:prstGeom prst="line">
            <a:avLst/>
          </a:prstGeom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直接连接符 32"/>
          <p:cNvCxnSpPr/>
          <p:nvPr>
            <p:custDataLst>
              <p:tags r:id="rId7"/>
            </p:custDataLst>
          </p:nvPr>
        </p:nvCxnSpPr>
        <p:spPr>
          <a:xfrm>
            <a:off x="11305540" y="1912620"/>
            <a:ext cx="0" cy="594995"/>
          </a:xfrm>
          <a:prstGeom prst="line">
            <a:avLst/>
          </a:prstGeom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接连接符 33"/>
          <p:cNvCxnSpPr/>
          <p:nvPr>
            <p:custDataLst>
              <p:tags r:id="rId8"/>
            </p:custDataLst>
          </p:nvPr>
        </p:nvCxnSpPr>
        <p:spPr>
          <a:xfrm>
            <a:off x="11305540" y="3455035"/>
            <a:ext cx="0" cy="636905"/>
          </a:xfrm>
          <a:prstGeom prst="line">
            <a:avLst/>
          </a:prstGeom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椭圆 36"/>
          <p:cNvSpPr/>
          <p:nvPr>
            <p:custDataLst>
              <p:tags r:id="rId9"/>
            </p:custDataLst>
          </p:nvPr>
        </p:nvSpPr>
        <p:spPr>
          <a:xfrm>
            <a:off x="10016490" y="3576955"/>
            <a:ext cx="538480" cy="538480"/>
          </a:xfrm>
          <a:prstGeom prst="ellipse">
            <a:avLst/>
          </a:prstGeom>
          <a:solidFill>
            <a:schemeClr val="accent1"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endParaRPr lang="zh-CN" altLang="en-US">
              <a:cs typeface="MiSans Normal" panose="00000500000000000000" charset="-122"/>
            </a:endParaRPr>
          </a:p>
        </p:txBody>
      </p:sp>
      <p:sp>
        <p:nvSpPr>
          <p:cNvPr id="38" name="椭圆 37"/>
          <p:cNvSpPr/>
          <p:nvPr>
            <p:custDataLst>
              <p:tags r:id="rId10"/>
            </p:custDataLst>
          </p:nvPr>
        </p:nvSpPr>
        <p:spPr>
          <a:xfrm>
            <a:off x="10123170" y="3683635"/>
            <a:ext cx="325120" cy="32512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60000" lnSpcReduction="20000"/>
          </a:bodyPr>
          <a:lstStyle/>
          <a:p>
            <a:pPr algn="ctr"/>
            <a:endParaRPr lang="zh-CN" altLang="en-US">
              <a:cs typeface="MiSans Normal" panose="00000500000000000000" charset="-122"/>
            </a:endParaRPr>
          </a:p>
        </p:txBody>
      </p:sp>
      <p:sp>
        <p:nvSpPr>
          <p:cNvPr id="39" name="向下箭头"/>
          <p:cNvSpPr/>
          <p:nvPr>
            <p:custDataLst>
              <p:tags r:id="rId11"/>
            </p:custDataLst>
          </p:nvPr>
        </p:nvSpPr>
        <p:spPr>
          <a:xfrm>
            <a:off x="10227310" y="3776345"/>
            <a:ext cx="118745" cy="139700"/>
          </a:xfrm>
          <a:custGeom>
            <a:avLst/>
            <a:gdLst>
              <a:gd name="connsiteX0" fmla="*/ 222512 w 477622"/>
              <a:gd name="connsiteY0" fmla="*/ 0 h 559381"/>
              <a:gd name="connsiteX1" fmla="*/ 258512 w 477622"/>
              <a:gd name="connsiteY1" fmla="*/ 0 h 559381"/>
              <a:gd name="connsiteX2" fmla="*/ 258512 w 477622"/>
              <a:gd name="connsiteY2" fmla="*/ 488296 h 559381"/>
              <a:gd name="connsiteX3" fmla="*/ 452168 w 477622"/>
              <a:gd name="connsiteY3" fmla="*/ 294641 h 559381"/>
              <a:gd name="connsiteX4" fmla="*/ 477622 w 477622"/>
              <a:gd name="connsiteY4" fmla="*/ 320096 h 559381"/>
              <a:gd name="connsiteX5" fmla="*/ 264266 w 477622"/>
              <a:gd name="connsiteY5" fmla="*/ 533452 h 559381"/>
              <a:gd name="connsiteX6" fmla="*/ 264740 w 477622"/>
              <a:gd name="connsiteY6" fmla="*/ 533926 h 559381"/>
              <a:gd name="connsiteX7" fmla="*/ 239284 w 477622"/>
              <a:gd name="connsiteY7" fmla="*/ 559381 h 559381"/>
              <a:gd name="connsiteX8" fmla="*/ 238812 w 477622"/>
              <a:gd name="connsiteY8" fmla="*/ 558908 h 559381"/>
              <a:gd name="connsiteX9" fmla="*/ 238338 w 477622"/>
              <a:gd name="connsiteY9" fmla="*/ 559381 h 559381"/>
              <a:gd name="connsiteX10" fmla="*/ 212882 w 477622"/>
              <a:gd name="connsiteY10" fmla="*/ 533926 h 559381"/>
              <a:gd name="connsiteX11" fmla="*/ 213356 w 477622"/>
              <a:gd name="connsiteY11" fmla="*/ 533452 h 559381"/>
              <a:gd name="connsiteX12" fmla="*/ 0 w 477622"/>
              <a:gd name="connsiteY12" fmla="*/ 320096 h 559381"/>
              <a:gd name="connsiteX13" fmla="*/ 25456 w 477622"/>
              <a:gd name="connsiteY13" fmla="*/ 294641 h 559381"/>
              <a:gd name="connsiteX14" fmla="*/ 222512 w 477622"/>
              <a:gd name="connsiteY14" fmla="*/ 491698 h 559381"/>
              <a:gd name="connsiteX15" fmla="*/ 222512 w 477622"/>
              <a:gd name="connsiteY15" fmla="*/ 0 h 5593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477622" h="559381">
                <a:moveTo>
                  <a:pt x="222512" y="0"/>
                </a:moveTo>
                <a:lnTo>
                  <a:pt x="258512" y="0"/>
                </a:lnTo>
                <a:lnTo>
                  <a:pt x="258512" y="488296"/>
                </a:lnTo>
                <a:lnTo>
                  <a:pt x="452168" y="294641"/>
                </a:lnTo>
                <a:lnTo>
                  <a:pt x="477622" y="320096"/>
                </a:lnTo>
                <a:lnTo>
                  <a:pt x="264266" y="533452"/>
                </a:lnTo>
                <a:lnTo>
                  <a:pt x="264740" y="533926"/>
                </a:lnTo>
                <a:lnTo>
                  <a:pt x="239284" y="559381"/>
                </a:lnTo>
                <a:lnTo>
                  <a:pt x="238812" y="558908"/>
                </a:lnTo>
                <a:lnTo>
                  <a:pt x="238338" y="559381"/>
                </a:lnTo>
                <a:lnTo>
                  <a:pt x="212882" y="533926"/>
                </a:lnTo>
                <a:lnTo>
                  <a:pt x="213356" y="533452"/>
                </a:lnTo>
                <a:lnTo>
                  <a:pt x="0" y="320096"/>
                </a:lnTo>
                <a:lnTo>
                  <a:pt x="25456" y="294641"/>
                </a:lnTo>
                <a:lnTo>
                  <a:pt x="222512" y="491698"/>
                </a:lnTo>
                <a:lnTo>
                  <a:pt x="222512" y="0"/>
                </a:lnTo>
                <a:close/>
              </a:path>
            </a:pathLst>
          </a:custGeom>
          <a:solidFill>
            <a:schemeClr val="bg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rmAutofit fontScale="25000" lnSpcReduction="20000"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cs typeface="MiSans Normal" panose="00000500000000000000" charset="-122"/>
            </a:endParaRPr>
          </a:p>
        </p:txBody>
      </p:sp>
      <p:sp>
        <p:nvSpPr>
          <p:cNvPr id="44" name="任意多边形 43"/>
          <p:cNvSpPr/>
          <p:nvPr>
            <p:custDataLst>
              <p:tags r:id="rId12"/>
            </p:custDataLst>
          </p:nvPr>
        </p:nvSpPr>
        <p:spPr>
          <a:xfrm>
            <a:off x="8945880" y="5997575"/>
            <a:ext cx="3246120" cy="86042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5112" h="1355">
                <a:moveTo>
                  <a:pt x="301" y="0"/>
                </a:moveTo>
                <a:lnTo>
                  <a:pt x="5112" y="0"/>
                </a:lnTo>
                <a:lnTo>
                  <a:pt x="5112" y="1355"/>
                </a:lnTo>
                <a:lnTo>
                  <a:pt x="0" y="1355"/>
                </a:lnTo>
                <a:lnTo>
                  <a:pt x="0" y="301"/>
                </a:lnTo>
                <a:cubicBezTo>
                  <a:pt x="0" y="135"/>
                  <a:pt x="135" y="0"/>
                  <a:pt x="301" y="0"/>
                </a:cubicBez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cs typeface="MiSans Normal" panose="00000500000000000000" charset="-122"/>
            </a:endParaRPr>
          </a:p>
        </p:txBody>
      </p:sp>
      <p:sp>
        <p:nvSpPr>
          <p:cNvPr id="8" name="署名"/>
          <p:cNvSpPr txBox="1">
            <a:spLocks noGrp="1"/>
          </p:cNvSpPr>
          <p:nvPr>
            <p:ph type="body" idx="2" hasCustomPrompt="1"/>
            <p:custDataLst>
              <p:tags r:id="rId13"/>
            </p:custDataLst>
          </p:nvPr>
        </p:nvSpPr>
        <p:spPr>
          <a:xfrm>
            <a:off x="7466330" y="3648075"/>
            <a:ext cx="2365375" cy="66738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normAutofit/>
          </a:bodyPr>
          <a:lstStyle>
            <a:lvl1pPr marL="0" marR="0" lvl="0" algn="r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zh-CN" altLang="en-US" sz="2000" b="0" i="0" u="none" strike="noStrike" kern="1200" cap="none" spc="0" normalizeH="0" baseline="0" noProof="1">
                <a:solidFill>
                  <a:schemeClr val="tx1">
                    <a:lumMod val="85000"/>
                    <a:lumOff val="15000"/>
                  </a:schemeClr>
                </a:solidFill>
                <a:latin typeface="MiSans Heavy" panose="00000A00000000000000" charset="-122"/>
                <a:ea typeface="MiSans Heavy" panose="00000A00000000000000" charset="-122"/>
                <a:cs typeface="MiSans Normal" panose="00000500000000000000" charset="-122"/>
                <a:sym typeface="+mn-ea"/>
              </a:defRPr>
            </a:lvl1pPr>
          </a:lstStyle>
          <a:p>
            <a:pPr lvl="0" algn="r">
              <a:buClrTx/>
              <a:buSzTx/>
              <a:buFontTx/>
            </a:pPr>
            <a:r>
              <a:rPr>
                <a:sym typeface="+mn-ea"/>
              </a:rPr>
              <a:t>单击此处编辑文本</a:t>
            </a:r>
            <a:endParaRPr>
              <a:sym typeface="+mn-ea"/>
            </a:endParaRPr>
          </a:p>
        </p:txBody>
      </p:sp>
      <p:sp>
        <p:nvSpPr>
          <p:cNvPr id="7" name="标题"/>
          <p:cNvSpPr txBox="1">
            <a:spLocks noGrp="1"/>
          </p:cNvSpPr>
          <p:nvPr>
            <p:ph type="title" idx="1" hasCustomPrompt="1"/>
            <p:custDataLst>
              <p:tags r:id="rId14"/>
            </p:custDataLst>
          </p:nvPr>
        </p:nvSpPr>
        <p:spPr>
          <a:xfrm>
            <a:off x="2418715" y="1275715"/>
            <a:ext cx="8250555" cy="1705610"/>
          </a:xfrm>
          <a:prstGeom prst="rect">
            <a:avLst/>
          </a:prstGeom>
          <a:noFill/>
        </p:spPr>
        <p:txBody>
          <a:bodyPr wrap="square" lIns="91440" tIns="45720" rIns="91440" bIns="45720" rtlCol="0" anchor="b" anchorCtr="0">
            <a:normAutofit/>
          </a:bodyPr>
          <a:lstStyle>
            <a:lvl1pPr marL="0" marR="0" lvl="0" algn="r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en-US" altLang="zh-CN" sz="7200" b="0" i="0" u="none" strike="noStrike" kern="1200" cap="none" spc="0" normalizeH="0" baseline="0" noProof="1"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  <a:ea typeface="+mj-ea"/>
                <a:cs typeface="MiSans Heavy" panose="00000A00000000000000" charset="-122"/>
                <a:sym typeface="+mn-ea"/>
              </a:defRPr>
            </a:lvl1pPr>
          </a:lstStyle>
          <a:p>
            <a:pPr lvl="0" algn="r">
              <a:buClrTx/>
              <a:buSzTx/>
              <a:buFontTx/>
            </a:pPr>
            <a:r>
              <a:rPr>
                <a:sym typeface="+mn-ea"/>
              </a:rPr>
              <a:t>单击此处编辑标题</a:t>
            </a:r>
            <a:endParaRPr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15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16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17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0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9" Type="http://schemas.openxmlformats.org/officeDocument/2006/relationships/tags" Target="../tags/tag100.xml"/><Relationship Id="rId18" Type="http://schemas.openxmlformats.org/officeDocument/2006/relationships/tags" Target="../tags/tag99.xml"/><Relationship Id="rId17" Type="http://schemas.openxmlformats.org/officeDocument/2006/relationships/tags" Target="../tags/tag98.xml"/><Relationship Id="rId16" Type="http://schemas.openxmlformats.org/officeDocument/2006/relationships/tags" Target="../tags/tag97.xml"/><Relationship Id="rId15" Type="http://schemas.openxmlformats.org/officeDocument/2006/relationships/tags" Target="../tags/tag96.xml"/><Relationship Id="rId14" Type="http://schemas.openxmlformats.org/officeDocument/2006/relationships/tags" Target="../tags/tag95.xml"/><Relationship Id="rId13" Type="http://schemas.openxmlformats.org/officeDocument/2006/relationships/tags" Target="../tags/tag94.xml"/><Relationship Id="rId12" Type="http://schemas.openxmlformats.org/officeDocument/2006/relationships/tags" Target="../tags/tag93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任意多边形 6"/>
          <p:cNvSpPr/>
          <p:nvPr>
            <p:custDataLst>
              <p:tags r:id="rId12"/>
            </p:custDataLst>
          </p:nvPr>
        </p:nvSpPr>
        <p:spPr>
          <a:xfrm rot="5400000" flipV="1">
            <a:off x="-300990" y="301625"/>
            <a:ext cx="987425" cy="384810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001" h="606">
                <a:moveTo>
                  <a:pt x="0" y="0"/>
                </a:moveTo>
                <a:lnTo>
                  <a:pt x="2001" y="0"/>
                </a:lnTo>
                <a:lnTo>
                  <a:pt x="2001" y="256"/>
                </a:lnTo>
                <a:cubicBezTo>
                  <a:pt x="2001" y="450"/>
                  <a:pt x="1845" y="606"/>
                  <a:pt x="1651" y="606"/>
                </a:cubicBezTo>
                <a:lnTo>
                  <a:pt x="0" y="606"/>
                </a:lnTo>
                <a:lnTo>
                  <a:pt x="0" y="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cs typeface="MiSans Normal" panose="00000500000000000000" charset="-122"/>
            </a:endParaRPr>
          </a:p>
        </p:txBody>
      </p:sp>
      <p:sp>
        <p:nvSpPr>
          <p:cNvPr id="9" name="日期占位符 8"/>
          <p:cNvSpPr>
            <a:spLocks noGrp="1"/>
          </p:cNvSpPr>
          <p:nvPr>
            <p:ph type="dt" sz="half" idx="10"/>
            <p:custDataLst>
              <p:tags r:id="rId13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0" name="页脚占位符 9"/>
          <p:cNvSpPr>
            <a:spLocks noGrp="1"/>
          </p:cNvSpPr>
          <p:nvPr>
            <p:ph type="ftr" sz="quarter" idx="11"/>
            <p:custDataLst>
              <p:tags r:id="rId14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11" name="灯片编号占位符 10"/>
          <p:cNvSpPr>
            <a:spLocks noGrp="1"/>
          </p:cNvSpPr>
          <p:nvPr>
            <p:ph type="sldNum" sz="quarter" idx="12"/>
            <p:custDataLst>
              <p:tags r:id="rId15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2" name="标题占位符 1"/>
          <p:cNvSpPr>
            <a:spLocks noGrp="1"/>
          </p:cNvSpPr>
          <p:nvPr>
            <p:ph type="title"/>
            <p:custDataLst>
              <p:tags r:id="rId16"/>
            </p:custDataLst>
          </p:nvPr>
        </p:nvSpPr>
        <p:spPr>
          <a:xfrm>
            <a:off x="838200" y="365126"/>
            <a:ext cx="10515600" cy="622618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b" anchorCtr="0">
            <a:normAutofit/>
          </a:bodyPr>
          <a:lstStyle/>
          <a:p>
            <a:pPr marL="0" marR="0" lvl="0">
              <a:buClrTx/>
              <a:buSzTx/>
              <a:buFontTx/>
            </a:pPr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7"/>
            </p:custDataLst>
          </p:nvPr>
        </p:nvSpPr>
        <p:spPr>
          <a:xfrm>
            <a:off x="838200" y="1237129"/>
            <a:ext cx="10515600" cy="493983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KSO_TEMPLATE" hidden="1"/>
          <p:cNvSpPr/>
          <p:nvPr userDrawn="1">
            <p:custDataLst>
              <p:tags r:id="rId18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  <p:custDataLst>
      <p:tags r:id="rId19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kumimoji="0" lang="zh-CN" altLang="en-US" sz="3200" b="0" i="0" u="none" strike="noStrike" kern="1200" cap="none" spc="300" normalizeH="0" baseline="0" smtClean="0">
          <a:ln>
            <a:noFill/>
            <a:prstDash val="sysDot"/>
          </a:ln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lt"/>
          <a:cs typeface="MiSans Normal" panose="00000500000000000000" charset="-122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9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ea"/>
          <a:ea typeface="+mn-ea"/>
          <a:cs typeface="MiSans Normal" panose="00000500000000000000" charset="-122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9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ea"/>
          <a:ea typeface="+mn-ea"/>
          <a:cs typeface="MiSans Normal" panose="00000500000000000000" charset="-122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9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ea"/>
          <a:ea typeface="+mn-ea"/>
          <a:cs typeface="MiSans Normal" panose="00000500000000000000" charset="-122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ea"/>
          <a:ea typeface="+mn-ea"/>
          <a:cs typeface="MiSans Normal" panose="00000500000000000000" charset="-122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9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ea"/>
          <a:ea typeface="+mn-ea"/>
          <a:cs typeface="MiSans Normal" panose="00000500000000000000" charset="-122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0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0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0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0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05.xml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6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106.xml"/><Relationship Id="rId1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7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107.xml"/><Relationship Id="rId1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8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108.xml"/><Relationship Id="rId1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09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10.xml"/></Relationships>
</file>

<file path=ppt/slides/_rels/slide1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1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111.xml"/><Relationship Id="rId1" Type="http://schemas.openxmlformats.org/officeDocument/2006/relationships/image" Target="../media/image4.png"/></Relationships>
</file>

<file path=ppt/slides/_rels/slide1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2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112.xml"/><Relationship Id="rId1" Type="http://schemas.openxmlformats.org/officeDocument/2006/relationships/image" Target="../media/image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13.xml"/></Relationships>
</file>

<file path=ppt/slides/_rels/slide1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4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114.xml"/><Relationship Id="rId1" Type="http://schemas.openxmlformats.org/officeDocument/2006/relationships/image" Target="../media/image5.png"/></Relationships>
</file>

<file path=ppt/slides/_rels/slide15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5.xml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115.xml"/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image" Target="../media/image5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16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7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1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8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18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9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19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0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20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1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21.xml"/></Relationships>
</file>

<file path=ppt/slides/_rels/slide2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2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122.xml"/><Relationship Id="rId1" Type="http://schemas.openxmlformats.org/officeDocument/2006/relationships/image" Target="../media/image8.png"/></Relationships>
</file>

<file path=ppt/slides/_rels/slide23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23.xml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123.xml"/><Relationship Id="rId3" Type="http://schemas.openxmlformats.org/officeDocument/2006/relationships/image" Target="../media/image9.png"/><Relationship Id="rId2" Type="http://schemas.openxmlformats.org/officeDocument/2006/relationships/image" Target="../media/image6.png"/><Relationship Id="rId1" Type="http://schemas.openxmlformats.org/officeDocument/2006/relationships/image" Target="../media/image8.png"/></Relationships>
</file>

<file path=ppt/slides/_rels/slide24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24.xml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124.xml"/><Relationship Id="rId3" Type="http://schemas.openxmlformats.org/officeDocument/2006/relationships/image" Target="../media/image9.png"/><Relationship Id="rId2" Type="http://schemas.openxmlformats.org/officeDocument/2006/relationships/image" Target="../media/image6.png"/><Relationship Id="rId1" Type="http://schemas.openxmlformats.org/officeDocument/2006/relationships/image" Target="../media/image8.png"/></Relationships>
</file>

<file path=ppt/slides/_rels/slide25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25.xml"/><Relationship Id="rId6" Type="http://schemas.openxmlformats.org/officeDocument/2006/relationships/slideLayout" Target="../slideLayouts/slideLayout2.xml"/><Relationship Id="rId5" Type="http://schemas.openxmlformats.org/officeDocument/2006/relationships/tags" Target="../tags/tag125.xml"/><Relationship Id="rId4" Type="http://schemas.openxmlformats.org/officeDocument/2006/relationships/image" Target="../media/image10.png"/><Relationship Id="rId3" Type="http://schemas.openxmlformats.org/officeDocument/2006/relationships/image" Target="../media/image9.png"/><Relationship Id="rId2" Type="http://schemas.openxmlformats.org/officeDocument/2006/relationships/image" Target="../media/image6.png"/><Relationship Id="rId1" Type="http://schemas.openxmlformats.org/officeDocument/2006/relationships/image" Target="../media/image8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6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26.xml"/></Relationships>
</file>

<file path=ppt/slides/_rels/slide2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7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127.xml"/><Relationship Id="rId1" Type="http://schemas.openxmlformats.org/officeDocument/2006/relationships/image" Target="../media/image11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8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28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9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29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0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30.xml"/></Relationships>
</file>

<file path=ppt/slides/_rels/slide3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1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131.xml"/><Relationship Id="rId1" Type="http://schemas.openxmlformats.org/officeDocument/2006/relationships/image" Target="../media/image12.png"/></Relationships>
</file>

<file path=ppt/slides/_rels/slide3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2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132.xml"/><Relationship Id="rId1" Type="http://schemas.openxmlformats.org/officeDocument/2006/relationships/image" Target="../media/image12.png"/></Relationships>
</file>

<file path=ppt/slides/_rels/slide3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3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133.xml"/><Relationship Id="rId1" Type="http://schemas.openxmlformats.org/officeDocument/2006/relationships/image" Target="../media/image12.png"/></Relationships>
</file>

<file path=ppt/slides/_rels/slide3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4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134.xml"/><Relationship Id="rId1" Type="http://schemas.openxmlformats.org/officeDocument/2006/relationships/image" Target="../media/image12.png"/></Relationships>
</file>

<file path=ppt/slides/_rels/slide3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5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135.xml"/><Relationship Id="rId1" Type="http://schemas.openxmlformats.org/officeDocument/2006/relationships/image" Target="../media/image12.png"/></Relationships>
</file>

<file path=ppt/slides/_rels/slide3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6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136.xml"/><Relationship Id="rId1" Type="http://schemas.openxmlformats.org/officeDocument/2006/relationships/image" Target="../media/image13.png"/></Relationships>
</file>

<file path=ppt/slides/_rels/slide3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7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137.xml"/><Relationship Id="rId1" Type="http://schemas.openxmlformats.org/officeDocument/2006/relationships/image" Target="../media/image13.png"/></Relationships>
</file>

<file path=ppt/slides/_rels/slide3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8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138.xml"/><Relationship Id="rId1" Type="http://schemas.openxmlformats.org/officeDocument/2006/relationships/image" Target="../media/image13.png"/></Relationships>
</file>

<file path=ppt/slides/_rels/slide3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9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139.xml"/><Relationship Id="rId1" Type="http://schemas.openxmlformats.org/officeDocument/2006/relationships/image" Target="../media/image13.png"/></Relationships>
</file>

<file path=ppt/slides/_rels/slide40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40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140.xml"/><Relationship Id="rId1" Type="http://schemas.openxmlformats.org/officeDocument/2006/relationships/image" Target="../media/image13.png"/></Relationships>
</file>

<file path=ppt/slides/_rels/slide4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41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141.xml"/><Relationship Id="rId1" Type="http://schemas.openxmlformats.org/officeDocument/2006/relationships/image" Target="../media/image13.png"/></Relationships>
</file>

<file path=ppt/slides/_rels/slide4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42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142.xml"/><Relationship Id="rId1" Type="http://schemas.openxmlformats.org/officeDocument/2006/relationships/image" Target="../media/image14.png"/></Relationships>
</file>

<file path=ppt/slides/_rels/slide4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43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143.xml"/><Relationship Id="rId1" Type="http://schemas.openxmlformats.org/officeDocument/2006/relationships/image" Target="../media/image14.png"/></Relationships>
</file>

<file path=ppt/slides/_rels/slide4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44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144.xml"/><Relationship Id="rId1" Type="http://schemas.openxmlformats.org/officeDocument/2006/relationships/image" Target="../media/image15.png"/></Relationships>
</file>

<file path=ppt/slides/_rels/slide4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45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145.xml"/><Relationship Id="rId1" Type="http://schemas.openxmlformats.org/officeDocument/2006/relationships/image" Target="../media/image14.png"/></Relationships>
</file>

<file path=ppt/slides/_rels/slide4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46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146.xml"/><Relationship Id="rId1" Type="http://schemas.openxmlformats.org/officeDocument/2006/relationships/image" Target="../media/image14.png"/></Relationships>
</file>

<file path=ppt/slides/_rels/slide4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47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147.xml"/><Relationship Id="rId1" Type="http://schemas.openxmlformats.org/officeDocument/2006/relationships/image" Target="../media/image14.png"/></Relationships>
</file>

<file path=ppt/slides/_rels/slide4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48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148.xml"/><Relationship Id="rId1" Type="http://schemas.openxmlformats.org/officeDocument/2006/relationships/image" Target="../media/image14.png"/></Relationships>
</file>

<file path=ppt/slides/_rels/slide4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49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149.xml"/><Relationship Id="rId1" Type="http://schemas.openxmlformats.org/officeDocument/2006/relationships/image" Target="../media/image14.png"/></Relationships>
</file>

<file path=ppt/slides/_rels/slide50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50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150.xml"/><Relationship Id="rId1" Type="http://schemas.openxmlformats.org/officeDocument/2006/relationships/image" Target="../media/image16.png"/></Relationships>
</file>

<file path=ppt/slides/_rels/slide5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51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151.xml"/><Relationship Id="rId1" Type="http://schemas.openxmlformats.org/officeDocument/2006/relationships/image" Target="../media/image16.png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2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52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3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53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4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54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5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55.xml"/></Relationships>
</file>

<file path=ppt/slides/_rels/slide5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56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156.xml"/><Relationship Id="rId1" Type="http://schemas.openxmlformats.org/officeDocument/2006/relationships/image" Target="../media/image17.png"/></Relationships>
</file>

<file path=ppt/slides/_rels/slide5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57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157.xml"/><Relationship Id="rId1" Type="http://schemas.openxmlformats.org/officeDocument/2006/relationships/image" Target="../media/image18.png"/></Relationships>
</file>

<file path=ppt/slides/_rels/slide5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58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158.xml"/><Relationship Id="rId1" Type="http://schemas.openxmlformats.org/officeDocument/2006/relationships/image" Target="../media/image18.png"/></Relationships>
</file>

<file path=ppt/slides/_rels/slide5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59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159.xml"/><Relationship Id="rId1" Type="http://schemas.openxmlformats.org/officeDocument/2006/relationships/image" Target="../media/image18.png"/></Relationships>
</file>

<file path=ppt/slides/_rels/slide60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60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160.xml"/><Relationship Id="rId1" Type="http://schemas.openxmlformats.org/officeDocument/2006/relationships/image" Target="../media/image19.png"/></Relationships>
</file>

<file path=ppt/slides/_rels/slide6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61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161.xml"/><Relationship Id="rId1" Type="http://schemas.openxmlformats.org/officeDocument/2006/relationships/image" Target="../media/image19.png"/></Relationships>
</file>

<file path=ppt/slides/_rels/slide6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62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162.xml"/><Relationship Id="rId1" Type="http://schemas.openxmlformats.org/officeDocument/2006/relationships/image" Target="../media/image19.png"/></Relationships>
</file>

<file path=ppt/slides/_rels/slide6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63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163.xml"/><Relationship Id="rId1" Type="http://schemas.openxmlformats.org/officeDocument/2006/relationships/image" Target="../media/image19.png"/></Relationships>
</file>

<file path=ppt/slides/_rels/slide6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64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164.xml"/><Relationship Id="rId1" Type="http://schemas.openxmlformats.org/officeDocument/2006/relationships/image" Target="../media/image20.png"/></Relationships>
</file>

<file path=ppt/slides/_rels/slide6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65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165.xml"/><Relationship Id="rId1" Type="http://schemas.openxmlformats.org/officeDocument/2006/relationships/image" Target="../media/image20.png"/></Relationships>
</file>

<file path=ppt/slides/_rels/slide6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66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166.xml"/><Relationship Id="rId1" Type="http://schemas.openxmlformats.org/officeDocument/2006/relationships/image" Target="../media/image20.png"/></Relationships>
</file>

<file path=ppt/slides/_rels/slide6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67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167.xml"/><Relationship Id="rId1" Type="http://schemas.openxmlformats.org/officeDocument/2006/relationships/image" Target="../media/image21.png"/></Relationships>
</file>

<file path=ppt/slides/_rels/slide6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68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168.xml"/><Relationship Id="rId1" Type="http://schemas.openxmlformats.org/officeDocument/2006/relationships/image" Target="../media/image21.png"/></Relationships>
</file>

<file path=ppt/slides/_rels/slide6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69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169.xml"/><Relationship Id="rId1" Type="http://schemas.openxmlformats.org/officeDocument/2006/relationships/image" Target="../media/image21.png"/></Relationships>
</file>

<file path=ppt/slides/_rels/slide70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70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170.xml"/><Relationship Id="rId1" Type="http://schemas.openxmlformats.org/officeDocument/2006/relationships/image" Target="../media/image21.png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1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7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1"/>
          <p:cNvSpPr txBox="1"/>
          <p:nvPr/>
        </p:nvSpPr>
        <p:spPr>
          <a:xfrm>
            <a:off x="5363210" y="3173095"/>
            <a:ext cx="193294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3200"/>
              <a:t>图片</a:t>
            </a:r>
            <a:r>
              <a:rPr lang="zh-CN" altLang="en-US" sz="3200"/>
              <a:t>上传</a:t>
            </a:r>
            <a:endParaRPr lang="zh-CN" altLang="en-US" sz="3200"/>
          </a:p>
        </p:txBody>
      </p:sp>
    </p:spTree>
    <p:custDataLst>
      <p:tags r:id="rId1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1"/>
          <p:cNvSpPr txBox="1"/>
          <p:nvPr/>
        </p:nvSpPr>
        <p:spPr>
          <a:xfrm>
            <a:off x="4914900" y="2557780"/>
            <a:ext cx="236283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/>
              <a:t>1. </a:t>
            </a:r>
            <a:r>
              <a:rPr lang="zh-CN" altLang="en-US"/>
              <a:t>前端主动上传</a:t>
            </a:r>
            <a:r>
              <a:rPr lang="zh-CN" altLang="en-US"/>
              <a:t>图片</a:t>
            </a:r>
            <a:endParaRPr lang="zh-CN" altLang="en-US"/>
          </a:p>
        </p:txBody>
      </p:sp>
    </p:spTree>
    <p:custDataLst>
      <p:tags r:id="rId1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1"/>
          <p:cNvSpPr txBox="1"/>
          <p:nvPr/>
        </p:nvSpPr>
        <p:spPr>
          <a:xfrm>
            <a:off x="4914900" y="2557780"/>
            <a:ext cx="236283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/>
              <a:t>1. </a:t>
            </a:r>
            <a:r>
              <a:rPr lang="zh-CN" altLang="en-US"/>
              <a:t>前端主动上传</a:t>
            </a:r>
            <a:r>
              <a:rPr lang="zh-CN" altLang="en-US"/>
              <a:t>图片</a:t>
            </a:r>
            <a:endParaRPr lang="zh-CN" altLang="en-US"/>
          </a:p>
        </p:txBody>
      </p:sp>
      <p:sp>
        <p:nvSpPr>
          <p:cNvPr id="3" name="Text Box 2"/>
          <p:cNvSpPr txBox="1"/>
          <p:nvPr/>
        </p:nvSpPr>
        <p:spPr>
          <a:xfrm>
            <a:off x="4491990" y="3429000"/>
            <a:ext cx="343154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/>
              <a:t>2. Figma</a:t>
            </a:r>
            <a:r>
              <a:rPr lang="zh-CN" altLang="en-US"/>
              <a:t>流程抓取远程图片</a:t>
            </a:r>
            <a:r>
              <a:rPr lang="zh-CN" altLang="en-US"/>
              <a:t>转存</a:t>
            </a:r>
            <a:endParaRPr lang="zh-CN" altLang="en-US"/>
          </a:p>
        </p:txBody>
      </p:sp>
    </p:spTree>
    <p:custDataLst>
      <p:tags r:id="rId1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1"/>
          <p:cNvSpPr txBox="1"/>
          <p:nvPr/>
        </p:nvSpPr>
        <p:spPr>
          <a:xfrm>
            <a:off x="4914900" y="2557780"/>
            <a:ext cx="236283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/>
              <a:t>1. </a:t>
            </a:r>
            <a:r>
              <a:rPr lang="zh-CN" altLang="en-US"/>
              <a:t>前端主动上传</a:t>
            </a:r>
            <a:r>
              <a:rPr lang="zh-CN" altLang="en-US"/>
              <a:t>图片</a:t>
            </a:r>
            <a:endParaRPr lang="zh-CN" altLang="en-US"/>
          </a:p>
        </p:txBody>
      </p:sp>
      <p:sp>
        <p:nvSpPr>
          <p:cNvPr id="3" name="Text Box 2"/>
          <p:cNvSpPr txBox="1"/>
          <p:nvPr/>
        </p:nvSpPr>
        <p:spPr>
          <a:xfrm>
            <a:off x="4491990" y="3429000"/>
            <a:ext cx="343154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/>
              <a:t>2. Figma</a:t>
            </a:r>
            <a:r>
              <a:rPr lang="zh-CN" altLang="en-US"/>
              <a:t>流程抓取远程图片</a:t>
            </a:r>
            <a:r>
              <a:rPr lang="zh-CN" altLang="en-US"/>
              <a:t>转存</a:t>
            </a:r>
            <a:endParaRPr lang="zh-CN" altLang="en-US"/>
          </a:p>
        </p:txBody>
      </p:sp>
      <p:sp>
        <p:nvSpPr>
          <p:cNvPr id="4" name="Text Box 3"/>
          <p:cNvSpPr txBox="1"/>
          <p:nvPr/>
        </p:nvSpPr>
        <p:spPr>
          <a:xfrm>
            <a:off x="5179060" y="4217670"/>
            <a:ext cx="183451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2000">
                <a:solidFill>
                  <a:srgbClr val="FF0000"/>
                </a:solidFill>
              </a:rPr>
              <a:t>OSS</a:t>
            </a:r>
            <a:r>
              <a:rPr lang="zh-CN" altLang="en-US" sz="2000">
                <a:solidFill>
                  <a:srgbClr val="FF0000"/>
                </a:solidFill>
              </a:rPr>
              <a:t>对象存储</a:t>
            </a:r>
            <a:endParaRPr lang="zh-CN" altLang="en-US" sz="2000">
              <a:solidFill>
                <a:srgbClr val="FF0000"/>
              </a:solidFill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1"/>
          <p:cNvSpPr txBox="1"/>
          <p:nvPr/>
        </p:nvSpPr>
        <p:spPr>
          <a:xfrm>
            <a:off x="5156200" y="3188970"/>
            <a:ext cx="265303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/>
              <a:t>什么是</a:t>
            </a:r>
            <a:r>
              <a:rPr lang="en-US" altLang="zh-CN" sz="2400"/>
              <a:t>OSS</a:t>
            </a:r>
            <a:r>
              <a:rPr lang="zh-CN" altLang="en-US" sz="2400"/>
              <a:t>存储</a:t>
            </a:r>
            <a:r>
              <a:rPr lang="en-US" altLang="zh-CN" sz="2400"/>
              <a:t>？</a:t>
            </a:r>
            <a:endParaRPr lang="en-US" altLang="zh-CN" sz="2400"/>
          </a:p>
        </p:txBody>
      </p:sp>
    </p:spTree>
    <p:custDataLst>
      <p:tags r:id="rId1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73225" y="1370330"/>
            <a:ext cx="8845550" cy="4117975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24025" y="1885315"/>
            <a:ext cx="8743950" cy="3086735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1"/>
          <p:cNvSpPr txBox="1"/>
          <p:nvPr/>
        </p:nvSpPr>
        <p:spPr>
          <a:xfrm>
            <a:off x="3575685" y="184912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例如一个图片：</a:t>
            </a:r>
            <a:r>
              <a:rPr lang="en-US" altLang="en-US"/>
              <a:t>avatar/1001.png</a:t>
            </a:r>
            <a:endParaRPr lang="en-US" altLang="en-US"/>
          </a:p>
        </p:txBody>
      </p:sp>
      <p:sp>
        <p:nvSpPr>
          <p:cNvPr id="3" name="Text Box 2"/>
          <p:cNvSpPr txBox="1"/>
          <p:nvPr/>
        </p:nvSpPr>
        <p:spPr>
          <a:xfrm>
            <a:off x="3575685" y="258953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它的对象结构大概是：</a:t>
            </a:r>
            <a:endParaRPr lang="zh-CN" alt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575685" y="3532505"/>
            <a:ext cx="5369560" cy="1508760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1"/>
          <p:cNvSpPr txBox="1"/>
          <p:nvPr/>
        </p:nvSpPr>
        <p:spPr>
          <a:xfrm>
            <a:off x="5005705" y="3198495"/>
            <a:ext cx="233553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2400"/>
              <a:t>OSS</a:t>
            </a:r>
            <a:r>
              <a:rPr lang="zh-CN" altLang="en-US" sz="2400"/>
              <a:t>中桶的概念</a:t>
            </a:r>
            <a:endParaRPr lang="zh-CN" altLang="en-US" sz="2400"/>
          </a:p>
        </p:txBody>
      </p:sp>
    </p:spTree>
    <p:custDataLst>
      <p:tags r:id="rId1"/>
    </p:custData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1"/>
          <p:cNvSpPr txBox="1"/>
          <p:nvPr/>
        </p:nvSpPr>
        <p:spPr>
          <a:xfrm>
            <a:off x="3027045" y="1019175"/>
            <a:ext cx="66833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US"/>
              <a:t>Bucket</a:t>
            </a:r>
            <a:r>
              <a:rPr lang="zh-CN" altLang="en-US"/>
              <a:t>（桶）可以理解为：存储空间</a:t>
            </a:r>
            <a:r>
              <a:rPr lang="en-US" altLang="en-US"/>
              <a:t> / </a:t>
            </a:r>
            <a:r>
              <a:rPr lang="zh-CN" altLang="en-US"/>
              <a:t>文件夹</a:t>
            </a:r>
            <a:r>
              <a:rPr lang="en-US" altLang="en-US"/>
              <a:t> / </a:t>
            </a:r>
            <a:r>
              <a:rPr lang="zh-CN" altLang="en-US"/>
              <a:t>仓库。</a:t>
            </a:r>
            <a:endParaRPr lang="zh-CN" altLang="en-US"/>
          </a:p>
        </p:txBody>
      </p:sp>
      <p:sp>
        <p:nvSpPr>
          <p:cNvPr id="3" name="Text Box 2"/>
          <p:cNvSpPr txBox="1"/>
          <p:nvPr/>
        </p:nvSpPr>
        <p:spPr>
          <a:xfrm>
            <a:off x="3027045" y="1738630"/>
            <a:ext cx="5883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对象存储系统里，所有文件必须放在某个</a:t>
            </a:r>
            <a:r>
              <a:rPr lang="en-US" altLang="en-US"/>
              <a:t> Bucket </a:t>
            </a:r>
            <a:r>
              <a:rPr lang="zh-CN" altLang="en-US"/>
              <a:t>里面。</a:t>
            </a:r>
            <a:endParaRPr lang="zh-CN" altLang="en-US"/>
          </a:p>
        </p:txBody>
      </p:sp>
    </p:spTree>
    <p:custDataLst>
      <p:tags r:id="rId1"/>
    </p:custData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1"/>
          <p:cNvSpPr txBox="1"/>
          <p:nvPr/>
        </p:nvSpPr>
        <p:spPr>
          <a:xfrm>
            <a:off x="3027045" y="1019175"/>
            <a:ext cx="66833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US"/>
              <a:t>Bucket</a:t>
            </a:r>
            <a:r>
              <a:rPr lang="zh-CN" altLang="en-US"/>
              <a:t>（桶）可以理解为：存储空间</a:t>
            </a:r>
            <a:r>
              <a:rPr lang="en-US" altLang="en-US"/>
              <a:t> / </a:t>
            </a:r>
            <a:r>
              <a:rPr lang="zh-CN" altLang="en-US"/>
              <a:t>文件夹</a:t>
            </a:r>
            <a:r>
              <a:rPr lang="en-US" altLang="en-US"/>
              <a:t> / </a:t>
            </a:r>
            <a:r>
              <a:rPr lang="zh-CN" altLang="en-US"/>
              <a:t>仓库。</a:t>
            </a:r>
            <a:endParaRPr lang="zh-CN" altLang="en-US"/>
          </a:p>
        </p:txBody>
      </p:sp>
      <p:sp>
        <p:nvSpPr>
          <p:cNvPr id="3" name="Text Box 2"/>
          <p:cNvSpPr txBox="1"/>
          <p:nvPr/>
        </p:nvSpPr>
        <p:spPr>
          <a:xfrm>
            <a:off x="3027045" y="1738630"/>
            <a:ext cx="5883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对象存储系统里，所有文件必须放在某个</a:t>
            </a:r>
            <a:r>
              <a:rPr lang="en-US" altLang="en-US"/>
              <a:t> Bucket </a:t>
            </a:r>
            <a:r>
              <a:rPr lang="zh-CN" altLang="en-US"/>
              <a:t>里面。</a:t>
            </a:r>
            <a:endParaRPr lang="zh-CN" alt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11320" y="2372995"/>
            <a:ext cx="3039110" cy="2650490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1"/>
          <p:cNvSpPr txBox="1"/>
          <p:nvPr/>
        </p:nvSpPr>
        <p:spPr>
          <a:xfrm>
            <a:off x="3027045" y="1019175"/>
            <a:ext cx="66833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US"/>
              <a:t>Bucket</a:t>
            </a:r>
            <a:r>
              <a:rPr lang="zh-CN" altLang="en-US"/>
              <a:t>（桶）可以理解为：存储空间</a:t>
            </a:r>
            <a:r>
              <a:rPr lang="en-US" altLang="en-US"/>
              <a:t> / </a:t>
            </a:r>
            <a:r>
              <a:rPr lang="zh-CN" altLang="en-US"/>
              <a:t>文件夹</a:t>
            </a:r>
            <a:r>
              <a:rPr lang="en-US" altLang="en-US"/>
              <a:t> / </a:t>
            </a:r>
            <a:r>
              <a:rPr lang="zh-CN" altLang="en-US"/>
              <a:t>仓库。</a:t>
            </a:r>
            <a:endParaRPr lang="zh-CN" altLang="en-US"/>
          </a:p>
        </p:txBody>
      </p:sp>
      <p:sp>
        <p:nvSpPr>
          <p:cNvPr id="3" name="Text Box 2"/>
          <p:cNvSpPr txBox="1"/>
          <p:nvPr/>
        </p:nvSpPr>
        <p:spPr>
          <a:xfrm>
            <a:off x="3027045" y="1738630"/>
            <a:ext cx="5883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对象存储系统里，所有文件必须放在某个</a:t>
            </a:r>
            <a:r>
              <a:rPr lang="en-US" altLang="en-US"/>
              <a:t> Bucket </a:t>
            </a:r>
            <a:r>
              <a:rPr lang="zh-CN" altLang="en-US"/>
              <a:t>里面。</a:t>
            </a:r>
            <a:endParaRPr lang="zh-CN" alt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11320" y="2372995"/>
            <a:ext cx="3039110" cy="2650490"/>
          </a:xfrm>
          <a:prstGeom prst="rect">
            <a:avLst/>
          </a:prstGeom>
        </p:spPr>
      </p:pic>
      <p:sp>
        <p:nvSpPr>
          <p:cNvPr id="5" name="Text Box 4"/>
          <p:cNvSpPr txBox="1"/>
          <p:nvPr/>
        </p:nvSpPr>
        <p:spPr>
          <a:xfrm>
            <a:off x="3698875" y="544766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US">
                <a:solidFill>
                  <a:srgbClr val="FF0000"/>
                </a:solidFill>
              </a:rPr>
              <a:t>Bucket </a:t>
            </a:r>
            <a:r>
              <a:rPr lang="zh-CN" altLang="en-US">
                <a:solidFill>
                  <a:srgbClr val="FF0000"/>
                </a:solidFill>
              </a:rPr>
              <a:t>是容器，</a:t>
            </a:r>
            <a:r>
              <a:rPr lang="en-US" altLang="en-US">
                <a:solidFill>
                  <a:srgbClr val="FF0000"/>
                </a:solidFill>
              </a:rPr>
              <a:t>Object </a:t>
            </a:r>
            <a:r>
              <a:rPr lang="zh-CN" altLang="en-US">
                <a:solidFill>
                  <a:srgbClr val="FF0000"/>
                </a:solidFill>
              </a:rPr>
              <a:t>是里面的文件</a:t>
            </a:r>
            <a:endParaRPr lang="zh-CN" altLang="en-US">
              <a:solidFill>
                <a:srgbClr val="FF0000"/>
              </a:solidFill>
            </a:endParaRPr>
          </a:p>
        </p:txBody>
      </p:sp>
    </p:spTree>
    <p:custDataLst>
      <p:tags r:id="rId2"/>
    </p:custData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1"/>
          <p:cNvSpPr txBox="1"/>
          <p:nvPr/>
        </p:nvSpPr>
        <p:spPr>
          <a:xfrm>
            <a:off x="3326130" y="1369060"/>
            <a:ext cx="469455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在对象存储中：</a:t>
            </a:r>
            <a:r>
              <a:rPr lang="en-US" altLang="en-US"/>
              <a:t>Key </a:t>
            </a:r>
            <a:r>
              <a:rPr lang="zh-CN" altLang="en-US"/>
              <a:t>在</a:t>
            </a:r>
            <a:r>
              <a:rPr lang="en-US" altLang="en-US"/>
              <a:t> Bucket </a:t>
            </a:r>
            <a:r>
              <a:rPr lang="zh-CN" altLang="en-US"/>
              <a:t>内是唯一的。</a:t>
            </a:r>
            <a:endParaRPr lang="zh-CN" altLang="en-US"/>
          </a:p>
        </p:txBody>
      </p:sp>
      <p:sp>
        <p:nvSpPr>
          <p:cNvPr id="3" name="Text Box 2"/>
          <p:cNvSpPr txBox="1"/>
          <p:nvPr/>
        </p:nvSpPr>
        <p:spPr>
          <a:xfrm>
            <a:off x="3466465" y="2298700"/>
            <a:ext cx="546354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一个文件的完整定位是：</a:t>
            </a:r>
            <a:r>
              <a:rPr lang="en-US" altLang="en-US"/>
              <a:t>Bucket + Key</a:t>
            </a:r>
            <a:endParaRPr lang="en-US" altLang="en-US"/>
          </a:p>
        </p:txBody>
      </p:sp>
    </p:spTree>
    <p:custDataLst>
      <p:tags r:id="rId1"/>
    </p:custData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1"/>
          <p:cNvSpPr txBox="1"/>
          <p:nvPr/>
        </p:nvSpPr>
        <p:spPr>
          <a:xfrm>
            <a:off x="3326130" y="1369060"/>
            <a:ext cx="469455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在对象存储中：</a:t>
            </a:r>
            <a:r>
              <a:rPr lang="en-US" altLang="en-US"/>
              <a:t>Key </a:t>
            </a:r>
            <a:r>
              <a:rPr lang="zh-CN" altLang="en-US"/>
              <a:t>在</a:t>
            </a:r>
            <a:r>
              <a:rPr lang="en-US" altLang="en-US"/>
              <a:t> Bucket </a:t>
            </a:r>
            <a:r>
              <a:rPr lang="zh-CN" altLang="en-US"/>
              <a:t>内是唯一的。</a:t>
            </a:r>
            <a:endParaRPr lang="zh-CN" altLang="en-US"/>
          </a:p>
        </p:txBody>
      </p:sp>
      <p:sp>
        <p:nvSpPr>
          <p:cNvPr id="3" name="Text Box 2"/>
          <p:cNvSpPr txBox="1"/>
          <p:nvPr/>
        </p:nvSpPr>
        <p:spPr>
          <a:xfrm>
            <a:off x="3466465" y="2298700"/>
            <a:ext cx="546354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一个文件的完整定位是：</a:t>
            </a:r>
            <a:r>
              <a:rPr lang="en-US" altLang="en-US"/>
              <a:t>Bucket + Key</a:t>
            </a:r>
            <a:endParaRPr lang="en-US" alt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23995" y="3118485"/>
            <a:ext cx="3148965" cy="796290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1"/>
          <p:cNvSpPr txBox="1"/>
          <p:nvPr/>
        </p:nvSpPr>
        <p:spPr>
          <a:xfrm>
            <a:off x="3326130" y="1369060"/>
            <a:ext cx="469455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在对象存储中：</a:t>
            </a:r>
            <a:r>
              <a:rPr lang="en-US" altLang="en-US"/>
              <a:t>Key </a:t>
            </a:r>
            <a:r>
              <a:rPr lang="zh-CN" altLang="en-US"/>
              <a:t>在</a:t>
            </a:r>
            <a:r>
              <a:rPr lang="en-US" altLang="en-US"/>
              <a:t> Bucket </a:t>
            </a:r>
            <a:r>
              <a:rPr lang="zh-CN" altLang="en-US"/>
              <a:t>内是唯一的。</a:t>
            </a:r>
            <a:endParaRPr lang="zh-CN" altLang="en-US"/>
          </a:p>
        </p:txBody>
      </p:sp>
      <p:sp>
        <p:nvSpPr>
          <p:cNvPr id="3" name="Text Box 2"/>
          <p:cNvSpPr txBox="1"/>
          <p:nvPr/>
        </p:nvSpPr>
        <p:spPr>
          <a:xfrm>
            <a:off x="3466465" y="2298700"/>
            <a:ext cx="546354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一个文件的完整定位是：</a:t>
            </a:r>
            <a:r>
              <a:rPr lang="en-US" altLang="en-US"/>
              <a:t>Bucket + Key</a:t>
            </a:r>
            <a:endParaRPr lang="en-US" alt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23995" y="3118485"/>
            <a:ext cx="3148965" cy="796290"/>
          </a:xfrm>
          <a:prstGeom prst="rect">
            <a:avLst/>
          </a:prstGeom>
        </p:spPr>
      </p:pic>
      <p:pic>
        <p:nvPicPr>
          <p:cNvPr id="5" name="Picture 4" descr="红色箭头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5241925" y="3942715"/>
            <a:ext cx="713105" cy="657225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20465" y="4702175"/>
            <a:ext cx="3755390" cy="470535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1"/>
          <p:cNvSpPr txBox="1"/>
          <p:nvPr/>
        </p:nvSpPr>
        <p:spPr>
          <a:xfrm>
            <a:off x="4544060" y="3068955"/>
            <a:ext cx="355155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/>
              <a:t>为什么要使用</a:t>
            </a:r>
            <a:r>
              <a:rPr lang="en-US" altLang="zh-CN" sz="2400"/>
              <a:t>OSS</a:t>
            </a:r>
            <a:r>
              <a:rPr lang="zh-CN" altLang="en-US" sz="2400"/>
              <a:t>存储</a:t>
            </a:r>
            <a:r>
              <a:rPr lang="en-US" altLang="zh-CN" sz="2400"/>
              <a:t>？</a:t>
            </a:r>
            <a:endParaRPr lang="en-US" altLang="zh-CN" sz="2400"/>
          </a:p>
        </p:txBody>
      </p:sp>
    </p:spTree>
    <p:custDataLst>
      <p:tags r:id="rId1"/>
    </p:custData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1"/>
          <p:cNvSpPr txBox="1"/>
          <p:nvPr/>
        </p:nvSpPr>
        <p:spPr>
          <a:xfrm>
            <a:off x="4739640" y="2131695"/>
            <a:ext cx="204533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/>
              <a:t>1. </a:t>
            </a:r>
            <a:r>
              <a:rPr lang="zh-CN" altLang="en-US"/>
              <a:t>服务器磁盘</a:t>
            </a:r>
            <a:r>
              <a:rPr lang="zh-CN" altLang="en-US"/>
              <a:t>有限</a:t>
            </a:r>
            <a:endParaRPr lang="zh-CN" altLang="en-US"/>
          </a:p>
        </p:txBody>
      </p:sp>
    </p:spTree>
    <p:custDataLst>
      <p:tags r:id="rId1"/>
    </p:custData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1"/>
          <p:cNvSpPr txBox="1"/>
          <p:nvPr/>
        </p:nvSpPr>
        <p:spPr>
          <a:xfrm>
            <a:off x="4739640" y="2131695"/>
            <a:ext cx="204533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/>
              <a:t>1. </a:t>
            </a:r>
            <a:r>
              <a:rPr lang="zh-CN" altLang="en-US"/>
              <a:t>服务器磁盘</a:t>
            </a:r>
            <a:r>
              <a:rPr lang="zh-CN" altLang="en-US"/>
              <a:t>有限</a:t>
            </a:r>
            <a:endParaRPr lang="zh-CN" altLang="en-US"/>
          </a:p>
        </p:txBody>
      </p:sp>
      <p:sp>
        <p:nvSpPr>
          <p:cNvPr id="3" name="Text Box 2"/>
          <p:cNvSpPr txBox="1"/>
          <p:nvPr/>
        </p:nvSpPr>
        <p:spPr>
          <a:xfrm>
            <a:off x="4743450" y="288353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/>
              <a:t>2. </a:t>
            </a:r>
            <a:r>
              <a:rPr lang="en-US" altLang="en-US"/>
              <a:t>CDN</a:t>
            </a:r>
            <a:r>
              <a:rPr lang="zh-CN" altLang="en-US"/>
              <a:t>加速访问</a:t>
            </a:r>
            <a:endParaRPr lang="zh-CN" altLang="en-US"/>
          </a:p>
        </p:txBody>
      </p:sp>
    </p:spTree>
    <p:custDataLst>
      <p:tags r:id="rId1"/>
    </p:custData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1"/>
          <p:cNvSpPr txBox="1"/>
          <p:nvPr/>
        </p:nvSpPr>
        <p:spPr>
          <a:xfrm>
            <a:off x="4739640" y="2131695"/>
            <a:ext cx="204533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/>
              <a:t>1. </a:t>
            </a:r>
            <a:r>
              <a:rPr lang="zh-CN" altLang="en-US"/>
              <a:t>服务器磁盘</a:t>
            </a:r>
            <a:r>
              <a:rPr lang="zh-CN" altLang="en-US"/>
              <a:t>有限</a:t>
            </a:r>
            <a:endParaRPr lang="zh-CN" altLang="en-US"/>
          </a:p>
        </p:txBody>
      </p:sp>
      <p:sp>
        <p:nvSpPr>
          <p:cNvPr id="3" name="Text Box 2"/>
          <p:cNvSpPr txBox="1"/>
          <p:nvPr/>
        </p:nvSpPr>
        <p:spPr>
          <a:xfrm>
            <a:off x="4743450" y="288353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/>
              <a:t>2. </a:t>
            </a:r>
            <a:r>
              <a:rPr lang="en-US" altLang="en-US"/>
              <a:t>CDN</a:t>
            </a:r>
            <a:r>
              <a:rPr lang="zh-CN" altLang="en-US"/>
              <a:t>加速访问</a:t>
            </a:r>
            <a:endParaRPr lang="zh-CN" altLang="en-US"/>
          </a:p>
        </p:txBody>
      </p:sp>
      <p:sp>
        <p:nvSpPr>
          <p:cNvPr id="4" name="Text Box 3"/>
          <p:cNvSpPr txBox="1"/>
          <p:nvPr/>
        </p:nvSpPr>
        <p:spPr>
          <a:xfrm>
            <a:off x="4743450" y="361632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/>
              <a:t>3. </a:t>
            </a:r>
            <a:r>
              <a:rPr lang="zh-CN" altLang="en-US"/>
              <a:t>多服务器部署更简单</a:t>
            </a:r>
            <a:endParaRPr lang="zh-CN" altLang="en-US"/>
          </a:p>
        </p:txBody>
      </p:sp>
    </p:spTree>
    <p:custDataLst>
      <p:tags r:id="rId1"/>
    </p:custData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1"/>
          <p:cNvSpPr txBox="1"/>
          <p:nvPr/>
        </p:nvSpPr>
        <p:spPr>
          <a:xfrm>
            <a:off x="4739640" y="2131695"/>
            <a:ext cx="204533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/>
              <a:t>1. </a:t>
            </a:r>
            <a:r>
              <a:rPr lang="zh-CN" altLang="en-US"/>
              <a:t>服务器磁盘</a:t>
            </a:r>
            <a:r>
              <a:rPr lang="zh-CN" altLang="en-US"/>
              <a:t>有限</a:t>
            </a:r>
            <a:endParaRPr lang="zh-CN" altLang="en-US"/>
          </a:p>
        </p:txBody>
      </p:sp>
      <p:sp>
        <p:nvSpPr>
          <p:cNvPr id="3" name="Text Box 2"/>
          <p:cNvSpPr txBox="1"/>
          <p:nvPr/>
        </p:nvSpPr>
        <p:spPr>
          <a:xfrm>
            <a:off x="4743450" y="288353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/>
              <a:t>2. </a:t>
            </a:r>
            <a:r>
              <a:rPr lang="en-US" altLang="en-US"/>
              <a:t>CDN</a:t>
            </a:r>
            <a:r>
              <a:rPr lang="zh-CN" altLang="en-US"/>
              <a:t>加速访问</a:t>
            </a:r>
            <a:endParaRPr lang="zh-CN" altLang="en-US"/>
          </a:p>
        </p:txBody>
      </p:sp>
      <p:sp>
        <p:nvSpPr>
          <p:cNvPr id="4" name="Text Box 3"/>
          <p:cNvSpPr txBox="1"/>
          <p:nvPr/>
        </p:nvSpPr>
        <p:spPr>
          <a:xfrm>
            <a:off x="4743450" y="361632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/>
              <a:t>3. </a:t>
            </a:r>
            <a:r>
              <a:rPr lang="zh-CN" altLang="en-US"/>
              <a:t>多服务器部署更简单</a:t>
            </a:r>
            <a:endParaRPr lang="zh-CN" altLang="en-US"/>
          </a:p>
        </p:txBody>
      </p:sp>
      <p:sp>
        <p:nvSpPr>
          <p:cNvPr id="5" name="Text Box 4"/>
          <p:cNvSpPr txBox="1"/>
          <p:nvPr/>
        </p:nvSpPr>
        <p:spPr>
          <a:xfrm>
            <a:off x="4743450" y="4349115"/>
            <a:ext cx="168465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/>
              <a:t>4. </a:t>
            </a:r>
            <a:r>
              <a:rPr lang="zh-CN" altLang="en-US"/>
              <a:t>数据更安全</a:t>
            </a:r>
            <a:endParaRPr lang="zh-CN" altLang="en-US"/>
          </a:p>
        </p:txBody>
      </p:sp>
    </p:spTree>
    <p:custDataLst>
      <p:tags r:id="rId1"/>
    </p:custData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1"/>
          <p:cNvSpPr txBox="1"/>
          <p:nvPr/>
        </p:nvSpPr>
        <p:spPr>
          <a:xfrm>
            <a:off x="4975860" y="3198495"/>
            <a:ext cx="271399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2400"/>
              <a:t>OSS</a:t>
            </a:r>
            <a:r>
              <a:rPr lang="zh-CN" altLang="en-US" sz="2400"/>
              <a:t>存储一般流程</a:t>
            </a:r>
            <a:endParaRPr lang="zh-CN" altLang="en-US" sz="2400"/>
          </a:p>
        </p:txBody>
      </p:sp>
    </p:spTree>
    <p:custDataLst>
      <p:tags r:id="rId1"/>
    </p:custData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1"/>
          <p:cNvSpPr txBox="1"/>
          <p:nvPr/>
        </p:nvSpPr>
        <p:spPr>
          <a:xfrm>
            <a:off x="4422140" y="472440"/>
            <a:ext cx="254444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第一步：前端上传图片</a:t>
            </a:r>
            <a:endParaRPr lang="zh-CN" altLang="en-US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75530" y="1025525"/>
            <a:ext cx="1637030" cy="473710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1"/>
          <p:cNvSpPr txBox="1"/>
          <p:nvPr/>
        </p:nvSpPr>
        <p:spPr>
          <a:xfrm>
            <a:off x="4422140" y="472440"/>
            <a:ext cx="254444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第一步：前端上传图片</a:t>
            </a:r>
            <a:endParaRPr lang="zh-CN" altLang="en-US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75530" y="1025525"/>
            <a:ext cx="1637030" cy="473710"/>
          </a:xfrm>
          <a:prstGeom prst="rect">
            <a:avLst/>
          </a:prstGeom>
        </p:spPr>
      </p:pic>
      <p:pic>
        <p:nvPicPr>
          <p:cNvPr id="5" name="Picture 4" descr="红色箭头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5471160" y="1527175"/>
            <a:ext cx="713105" cy="657225"/>
          </a:xfrm>
          <a:prstGeom prst="rect">
            <a:avLst/>
          </a:prstGeom>
        </p:spPr>
      </p:pic>
      <p:sp>
        <p:nvSpPr>
          <p:cNvPr id="4" name="Text Box 3"/>
          <p:cNvSpPr txBox="1"/>
          <p:nvPr/>
        </p:nvSpPr>
        <p:spPr>
          <a:xfrm>
            <a:off x="4421505" y="2138680"/>
            <a:ext cx="254381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第二步：</a:t>
            </a:r>
            <a:r>
              <a:rPr lang="en-US" altLang="en-US"/>
              <a:t>OSS</a:t>
            </a:r>
            <a:r>
              <a:rPr lang="zh-CN" altLang="en-US"/>
              <a:t>返回</a:t>
            </a:r>
            <a:r>
              <a:rPr lang="en-US" altLang="en-US"/>
              <a:t>URL</a:t>
            </a:r>
            <a:endParaRPr lang="en-US" alt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85315" y="2628265"/>
            <a:ext cx="7884795" cy="534035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1"/>
          <p:cNvSpPr txBox="1"/>
          <p:nvPr/>
        </p:nvSpPr>
        <p:spPr>
          <a:xfrm>
            <a:off x="4422140" y="472440"/>
            <a:ext cx="254444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第一步：前端上传图片</a:t>
            </a:r>
            <a:endParaRPr lang="zh-CN" altLang="en-US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75530" y="1025525"/>
            <a:ext cx="1637030" cy="473710"/>
          </a:xfrm>
          <a:prstGeom prst="rect">
            <a:avLst/>
          </a:prstGeom>
        </p:spPr>
      </p:pic>
      <p:pic>
        <p:nvPicPr>
          <p:cNvPr id="5" name="Picture 4" descr="红色箭头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5471160" y="1527175"/>
            <a:ext cx="713105" cy="657225"/>
          </a:xfrm>
          <a:prstGeom prst="rect">
            <a:avLst/>
          </a:prstGeom>
        </p:spPr>
      </p:pic>
      <p:sp>
        <p:nvSpPr>
          <p:cNvPr id="4" name="Text Box 3"/>
          <p:cNvSpPr txBox="1"/>
          <p:nvPr/>
        </p:nvSpPr>
        <p:spPr>
          <a:xfrm>
            <a:off x="4421505" y="2138680"/>
            <a:ext cx="254381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第二步：</a:t>
            </a:r>
            <a:r>
              <a:rPr lang="en-US" altLang="en-US"/>
              <a:t>OSS</a:t>
            </a:r>
            <a:r>
              <a:rPr lang="zh-CN" altLang="en-US"/>
              <a:t>返回</a:t>
            </a:r>
            <a:r>
              <a:rPr lang="en-US" altLang="en-US"/>
              <a:t>URL</a:t>
            </a:r>
            <a:endParaRPr lang="en-US" alt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85315" y="2628265"/>
            <a:ext cx="7884795" cy="534035"/>
          </a:xfrm>
          <a:prstGeom prst="rect">
            <a:avLst/>
          </a:prstGeom>
        </p:spPr>
      </p:pic>
      <p:pic>
        <p:nvPicPr>
          <p:cNvPr id="7" name="Picture 6" descr="红色箭头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5471160" y="3152775"/>
            <a:ext cx="713105" cy="657225"/>
          </a:xfrm>
          <a:prstGeom prst="rect">
            <a:avLst/>
          </a:prstGeom>
        </p:spPr>
      </p:pic>
      <p:sp>
        <p:nvSpPr>
          <p:cNvPr id="8" name="Text Box 7"/>
          <p:cNvSpPr txBox="1"/>
          <p:nvPr/>
        </p:nvSpPr>
        <p:spPr>
          <a:xfrm>
            <a:off x="4667250" y="3841750"/>
            <a:ext cx="205486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第三步：存数据库</a:t>
            </a:r>
            <a:endParaRPr lang="zh-CN" altLang="en-US"/>
          </a:p>
        </p:txBody>
      </p:sp>
      <p:sp>
        <p:nvSpPr>
          <p:cNvPr id="9" name="Text Box 8"/>
          <p:cNvSpPr txBox="1"/>
          <p:nvPr/>
        </p:nvSpPr>
        <p:spPr>
          <a:xfrm>
            <a:off x="4496435" y="4291330"/>
            <a:ext cx="253873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数据库只存</a:t>
            </a:r>
            <a:r>
              <a:rPr lang="en-US" altLang="zh-CN"/>
              <a:t> </a:t>
            </a:r>
            <a:r>
              <a:rPr lang="en-US" altLang="en-US"/>
              <a:t>avatar_url</a:t>
            </a:r>
            <a:endParaRPr lang="en-US" altLang="en-US"/>
          </a:p>
        </p:txBody>
      </p:sp>
    </p:spTree>
    <p:custDataLst>
      <p:tags r:id="rId4"/>
    </p:custData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1"/>
          <p:cNvSpPr txBox="1"/>
          <p:nvPr/>
        </p:nvSpPr>
        <p:spPr>
          <a:xfrm>
            <a:off x="4422140" y="472440"/>
            <a:ext cx="254444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第一步：前端上传图片</a:t>
            </a:r>
            <a:endParaRPr lang="zh-CN" altLang="en-US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75530" y="1025525"/>
            <a:ext cx="1637030" cy="473710"/>
          </a:xfrm>
          <a:prstGeom prst="rect">
            <a:avLst/>
          </a:prstGeom>
        </p:spPr>
      </p:pic>
      <p:pic>
        <p:nvPicPr>
          <p:cNvPr id="5" name="Picture 4" descr="红色箭头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5471160" y="1527175"/>
            <a:ext cx="713105" cy="657225"/>
          </a:xfrm>
          <a:prstGeom prst="rect">
            <a:avLst/>
          </a:prstGeom>
        </p:spPr>
      </p:pic>
      <p:sp>
        <p:nvSpPr>
          <p:cNvPr id="4" name="Text Box 3"/>
          <p:cNvSpPr txBox="1"/>
          <p:nvPr/>
        </p:nvSpPr>
        <p:spPr>
          <a:xfrm>
            <a:off x="4421505" y="2138680"/>
            <a:ext cx="254381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第二步：</a:t>
            </a:r>
            <a:r>
              <a:rPr lang="en-US" altLang="en-US"/>
              <a:t>OSS</a:t>
            </a:r>
            <a:r>
              <a:rPr lang="zh-CN" altLang="en-US"/>
              <a:t>返回</a:t>
            </a:r>
            <a:r>
              <a:rPr lang="en-US" altLang="en-US"/>
              <a:t>URL</a:t>
            </a:r>
            <a:endParaRPr lang="en-US" alt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85315" y="2628265"/>
            <a:ext cx="7884795" cy="534035"/>
          </a:xfrm>
          <a:prstGeom prst="rect">
            <a:avLst/>
          </a:prstGeom>
        </p:spPr>
      </p:pic>
      <p:pic>
        <p:nvPicPr>
          <p:cNvPr id="7" name="Picture 6" descr="红色箭头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5471160" y="3152775"/>
            <a:ext cx="713105" cy="657225"/>
          </a:xfrm>
          <a:prstGeom prst="rect">
            <a:avLst/>
          </a:prstGeom>
        </p:spPr>
      </p:pic>
      <p:sp>
        <p:nvSpPr>
          <p:cNvPr id="8" name="Text Box 7"/>
          <p:cNvSpPr txBox="1"/>
          <p:nvPr/>
        </p:nvSpPr>
        <p:spPr>
          <a:xfrm>
            <a:off x="4667250" y="3841750"/>
            <a:ext cx="205486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第三步：存数据库</a:t>
            </a:r>
            <a:endParaRPr lang="zh-CN" altLang="en-US"/>
          </a:p>
        </p:txBody>
      </p:sp>
      <p:sp>
        <p:nvSpPr>
          <p:cNvPr id="9" name="Text Box 8"/>
          <p:cNvSpPr txBox="1"/>
          <p:nvPr/>
        </p:nvSpPr>
        <p:spPr>
          <a:xfrm>
            <a:off x="4496435" y="4291330"/>
            <a:ext cx="253873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数据库只存</a:t>
            </a:r>
            <a:r>
              <a:rPr lang="en-US" altLang="zh-CN"/>
              <a:t> </a:t>
            </a:r>
            <a:r>
              <a:rPr lang="en-US" altLang="en-US"/>
              <a:t>avatar_url</a:t>
            </a:r>
            <a:endParaRPr lang="en-US" altLang="en-US"/>
          </a:p>
        </p:txBody>
      </p:sp>
      <p:pic>
        <p:nvPicPr>
          <p:cNvPr id="10" name="Picture 9" descr="红色箭头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5471160" y="4619625"/>
            <a:ext cx="713105" cy="657225"/>
          </a:xfrm>
          <a:prstGeom prst="rect">
            <a:avLst/>
          </a:prstGeom>
        </p:spPr>
      </p:pic>
      <p:sp>
        <p:nvSpPr>
          <p:cNvPr id="11" name="Text Box 10"/>
          <p:cNvSpPr txBox="1"/>
          <p:nvPr/>
        </p:nvSpPr>
        <p:spPr>
          <a:xfrm>
            <a:off x="4856480" y="5215890"/>
            <a:ext cx="20193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第四步：页面展示</a:t>
            </a:r>
            <a:endParaRPr lang="zh-CN" altLang="en-US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83715" y="5657850"/>
            <a:ext cx="8284845" cy="455295"/>
          </a:xfrm>
          <a:prstGeom prst="rect">
            <a:avLst/>
          </a:prstGeom>
        </p:spPr>
      </p:pic>
    </p:spTree>
    <p:custDataLst>
      <p:tags r:id="rId5"/>
    </p:custData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1"/>
          <p:cNvSpPr txBox="1"/>
          <p:nvPr/>
        </p:nvSpPr>
        <p:spPr>
          <a:xfrm>
            <a:off x="4928235" y="3198495"/>
            <a:ext cx="293560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/>
              <a:t>项目中上传相关</a:t>
            </a:r>
            <a:r>
              <a:rPr lang="zh-CN" altLang="en-US" sz="2400"/>
              <a:t>代码</a:t>
            </a:r>
            <a:endParaRPr lang="zh-CN" altLang="en-US" sz="2400"/>
          </a:p>
        </p:txBody>
      </p:sp>
    </p:spTree>
    <p:custDataLst>
      <p:tags r:id="rId1"/>
    </p:custData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Box 2"/>
          <p:cNvSpPr txBox="1"/>
          <p:nvPr/>
        </p:nvSpPr>
        <p:spPr>
          <a:xfrm>
            <a:off x="3216910" y="201739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/>
              <a:t>.env</a:t>
            </a:r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16910" y="2510155"/>
            <a:ext cx="5878195" cy="1837690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1"/>
          <p:cNvSpPr txBox="1"/>
          <p:nvPr/>
        </p:nvSpPr>
        <p:spPr>
          <a:xfrm>
            <a:off x="4914900" y="2557780"/>
            <a:ext cx="236283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/>
              <a:t>1. </a:t>
            </a:r>
            <a:r>
              <a:rPr lang="zh-CN" altLang="en-US"/>
              <a:t>前端主动上传</a:t>
            </a:r>
            <a:r>
              <a:rPr lang="zh-CN" altLang="en-US"/>
              <a:t>图片</a:t>
            </a:r>
            <a:endParaRPr lang="zh-CN" altLang="en-US"/>
          </a:p>
        </p:txBody>
      </p:sp>
      <p:sp>
        <p:nvSpPr>
          <p:cNvPr id="3" name="Text Box 2"/>
          <p:cNvSpPr txBox="1"/>
          <p:nvPr/>
        </p:nvSpPr>
        <p:spPr>
          <a:xfrm>
            <a:off x="4491990" y="3429000"/>
            <a:ext cx="343154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/>
              <a:t>2. Figma</a:t>
            </a:r>
            <a:r>
              <a:rPr lang="zh-CN" altLang="en-US"/>
              <a:t>流程抓取远程图片</a:t>
            </a:r>
            <a:r>
              <a:rPr lang="zh-CN" altLang="en-US"/>
              <a:t>转存</a:t>
            </a:r>
            <a:endParaRPr lang="zh-CN" altLang="en-US"/>
          </a:p>
        </p:txBody>
      </p:sp>
    </p:spTree>
    <p:custDataLst>
      <p:tags r:id="rId1"/>
    </p:custData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1"/>
          <p:cNvSpPr txBox="1"/>
          <p:nvPr/>
        </p:nvSpPr>
        <p:spPr>
          <a:xfrm>
            <a:off x="4914900" y="2557780"/>
            <a:ext cx="236283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/>
              <a:t>1. </a:t>
            </a:r>
            <a:r>
              <a:rPr lang="zh-CN" altLang="en-US"/>
              <a:t>前端主动上传</a:t>
            </a:r>
            <a:r>
              <a:rPr lang="zh-CN" altLang="en-US"/>
              <a:t>图片</a:t>
            </a:r>
            <a:endParaRPr lang="zh-CN" altLang="en-US"/>
          </a:p>
        </p:txBody>
      </p:sp>
    </p:spTree>
    <p:custDataLst>
      <p:tags r:id="rId1"/>
    </p:custData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1"/>
          <p:cNvSpPr txBox="1"/>
          <p:nvPr/>
        </p:nvSpPr>
        <p:spPr>
          <a:xfrm>
            <a:off x="4914900" y="2557780"/>
            <a:ext cx="236283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/>
              <a:t>1. </a:t>
            </a:r>
            <a:r>
              <a:rPr lang="zh-CN" altLang="en-US"/>
              <a:t>前端主动上传</a:t>
            </a:r>
            <a:r>
              <a:rPr lang="zh-CN" altLang="en-US"/>
              <a:t>图片</a:t>
            </a:r>
            <a:endParaRPr lang="zh-CN" altLang="en-US"/>
          </a:p>
        </p:txBody>
      </p:sp>
      <p:sp>
        <p:nvSpPr>
          <p:cNvPr id="4" name="Text Box 3"/>
          <p:cNvSpPr txBox="1"/>
          <p:nvPr/>
        </p:nvSpPr>
        <p:spPr>
          <a:xfrm>
            <a:off x="5113655" y="3429000"/>
            <a:ext cx="196469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/>
              <a:t>route</a:t>
            </a:r>
            <a:r>
              <a:rPr lang="en-US"/>
              <a:t>s/upload.ts</a:t>
            </a:r>
            <a:endParaRPr lang="en-US"/>
          </a:p>
        </p:txBody>
      </p:sp>
    </p:spTree>
    <p:custDataLst>
      <p:tags r:id="rId1"/>
    </p:custData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5340" y="1971040"/>
            <a:ext cx="10561320" cy="2916555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3376295" y="3258185"/>
            <a:ext cx="1369695" cy="360045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4" name="Rectangle 3"/>
          <p:cNvSpPr/>
          <p:nvPr/>
        </p:nvSpPr>
        <p:spPr>
          <a:xfrm>
            <a:off x="5755640" y="4189095"/>
            <a:ext cx="1369695" cy="360045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7671435" y="2720340"/>
            <a:ext cx="3076575" cy="1064895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</p:spTree>
    <p:custDataLst>
      <p:tags r:id="rId2"/>
    </p:custData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5340" y="1971040"/>
            <a:ext cx="10561320" cy="2916555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3376295" y="3258185"/>
            <a:ext cx="1369695" cy="360045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7671435" y="2720340"/>
            <a:ext cx="3076575" cy="1064895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</p:spTree>
    <p:custDataLst>
      <p:tags r:id="rId2"/>
    </p:custData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5340" y="1971040"/>
            <a:ext cx="10561320" cy="2916555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3376295" y="3258185"/>
            <a:ext cx="1369695" cy="360045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7671435" y="3258820"/>
            <a:ext cx="1369695" cy="526415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</p:spTree>
    <p:custDataLst>
      <p:tags r:id="rId2"/>
    </p:custData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5340" y="1971040"/>
            <a:ext cx="10561320" cy="2916555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3376295" y="3258185"/>
            <a:ext cx="1369695" cy="360045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</p:spTree>
    <p:custDataLst>
      <p:tags r:id="rId2"/>
    </p:custData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5340" y="1971040"/>
            <a:ext cx="10561320" cy="2916555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43380" y="709930"/>
            <a:ext cx="8663305" cy="5438775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1906905" y="803910"/>
            <a:ext cx="8217535" cy="5283835"/>
          </a:xfrm>
          <a:prstGeom prst="rect">
            <a:avLst/>
          </a:prstGeom>
          <a:solidFill>
            <a:srgbClr val="1E2432"/>
          </a:solidFill>
          <a:ln>
            <a:solidFill>
              <a:srgbClr val="1E2432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</p:spTree>
    <p:custDataLst>
      <p:tags r:id="rId2"/>
    </p:custData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43380" y="709930"/>
            <a:ext cx="8663305" cy="5438775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1906905" y="1320800"/>
            <a:ext cx="8217535" cy="4766945"/>
          </a:xfrm>
          <a:prstGeom prst="rect">
            <a:avLst/>
          </a:prstGeom>
          <a:solidFill>
            <a:srgbClr val="1E2432"/>
          </a:solidFill>
          <a:ln>
            <a:solidFill>
              <a:srgbClr val="1E2432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</p:spTree>
    <p:custDataLst>
      <p:tags r:id="rId2"/>
    </p:custData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43380" y="709930"/>
            <a:ext cx="8663305" cy="5438775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1906905" y="2610485"/>
            <a:ext cx="8217535" cy="3477260"/>
          </a:xfrm>
          <a:prstGeom prst="rect">
            <a:avLst/>
          </a:prstGeom>
          <a:solidFill>
            <a:srgbClr val="1E2432"/>
          </a:solidFill>
          <a:ln>
            <a:solidFill>
              <a:srgbClr val="1E2432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</p:spTree>
    <p:custDataLst>
      <p:tags r:id="rId2"/>
    </p:custData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43380" y="709930"/>
            <a:ext cx="8663305" cy="5438775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1906905" y="4565015"/>
            <a:ext cx="8217535" cy="1522730"/>
          </a:xfrm>
          <a:prstGeom prst="rect">
            <a:avLst/>
          </a:prstGeom>
          <a:solidFill>
            <a:srgbClr val="1E2432"/>
          </a:solidFill>
          <a:ln>
            <a:solidFill>
              <a:srgbClr val="1E2432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</p:spTree>
    <p:custDataLst>
      <p:tags r:id="rId2"/>
    </p:custData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43380" y="709930"/>
            <a:ext cx="8663305" cy="5438775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43380" y="709930"/>
            <a:ext cx="8663305" cy="5438775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2086610" y="4048760"/>
            <a:ext cx="5266690" cy="589280"/>
          </a:xfrm>
          <a:prstGeom prst="rect">
            <a:avLst/>
          </a:prstGeom>
          <a:noFill/>
          <a:ln w="28575">
            <a:solidFill>
              <a:srgbClr val="FF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</p:spTree>
    <p:custDataLst>
      <p:tags r:id="rId2"/>
    </p:custData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9025" y="219710"/>
            <a:ext cx="10013950" cy="655828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1346835" y="339725"/>
            <a:ext cx="9529445" cy="6247765"/>
          </a:xfrm>
          <a:prstGeom prst="rect">
            <a:avLst/>
          </a:prstGeom>
          <a:solidFill>
            <a:srgbClr val="1E2432"/>
          </a:solidFill>
          <a:ln>
            <a:solidFill>
              <a:srgbClr val="1E2432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</p:spTree>
    <p:custDataLst>
      <p:tags r:id="rId2"/>
    </p:custData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9025" y="219710"/>
            <a:ext cx="10013950" cy="655828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1346835" y="3244850"/>
            <a:ext cx="9529445" cy="3342640"/>
          </a:xfrm>
          <a:prstGeom prst="rect">
            <a:avLst/>
          </a:prstGeom>
          <a:solidFill>
            <a:srgbClr val="1E2432"/>
          </a:solidFill>
          <a:ln>
            <a:solidFill>
              <a:srgbClr val="1E2432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</p:spTree>
    <p:custDataLst>
      <p:tags r:id="rId2"/>
    </p:custData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50670" y="0"/>
            <a:ext cx="9090660" cy="6858000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9025" y="219710"/>
            <a:ext cx="10013950" cy="655828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1346835" y="3275965"/>
            <a:ext cx="9529445" cy="3311525"/>
          </a:xfrm>
          <a:prstGeom prst="rect">
            <a:avLst/>
          </a:prstGeom>
          <a:solidFill>
            <a:srgbClr val="1E2432"/>
          </a:solidFill>
          <a:ln>
            <a:solidFill>
              <a:srgbClr val="1E2432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</p:spTree>
    <p:custDataLst>
      <p:tags r:id="rId2"/>
    </p:custData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9025" y="219710"/>
            <a:ext cx="10013950" cy="655828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1346835" y="3582035"/>
            <a:ext cx="9529445" cy="3005455"/>
          </a:xfrm>
          <a:prstGeom prst="rect">
            <a:avLst/>
          </a:prstGeom>
          <a:solidFill>
            <a:srgbClr val="1E2432"/>
          </a:solidFill>
          <a:ln>
            <a:solidFill>
              <a:srgbClr val="1E2432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</p:spTree>
    <p:custDataLst>
      <p:tags r:id="rId2"/>
    </p:custData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9025" y="219710"/>
            <a:ext cx="10013950" cy="655828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1346835" y="4127500"/>
            <a:ext cx="9529445" cy="2459990"/>
          </a:xfrm>
          <a:prstGeom prst="rect">
            <a:avLst/>
          </a:prstGeom>
          <a:solidFill>
            <a:srgbClr val="1E2432"/>
          </a:solidFill>
          <a:ln>
            <a:solidFill>
              <a:srgbClr val="1E2432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</p:spTree>
    <p:custDataLst>
      <p:tags r:id="rId2"/>
    </p:custData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9025" y="219710"/>
            <a:ext cx="10013950" cy="655828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1346835" y="5834380"/>
            <a:ext cx="9529445" cy="753110"/>
          </a:xfrm>
          <a:prstGeom prst="rect">
            <a:avLst/>
          </a:prstGeom>
          <a:solidFill>
            <a:srgbClr val="1E2432"/>
          </a:solidFill>
          <a:ln>
            <a:solidFill>
              <a:srgbClr val="1E2432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</p:spTree>
    <p:custDataLst>
      <p:tags r:id="rId2"/>
    </p:custData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9025" y="219710"/>
            <a:ext cx="10013950" cy="6558280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2190" y="360045"/>
            <a:ext cx="10167620" cy="6138545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2190" y="360045"/>
            <a:ext cx="10167620" cy="6138545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1196975" y="1598930"/>
            <a:ext cx="9824720" cy="3618865"/>
          </a:xfrm>
          <a:prstGeom prst="rect">
            <a:avLst/>
          </a:prstGeom>
          <a:solidFill>
            <a:srgbClr val="1E2432"/>
          </a:solidFill>
          <a:ln>
            <a:solidFill>
              <a:srgbClr val="1E2432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</p:spTree>
    <p:custDataLst>
      <p:tags r:id="rId2"/>
    </p:custData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Box 2"/>
          <p:cNvSpPr txBox="1"/>
          <p:nvPr/>
        </p:nvSpPr>
        <p:spPr>
          <a:xfrm>
            <a:off x="4491990" y="3429000"/>
            <a:ext cx="343154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/>
              <a:t>2. Figma</a:t>
            </a:r>
            <a:r>
              <a:rPr lang="zh-CN" altLang="en-US"/>
              <a:t>流程抓取远程图片</a:t>
            </a:r>
            <a:r>
              <a:rPr lang="zh-CN" altLang="en-US"/>
              <a:t>转存</a:t>
            </a:r>
            <a:endParaRPr lang="zh-CN" altLang="en-US"/>
          </a:p>
        </p:txBody>
      </p:sp>
    </p:spTree>
    <p:custDataLst>
      <p:tags r:id="rId1"/>
    </p:custData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1"/>
          <p:cNvSpPr txBox="1"/>
          <p:nvPr/>
        </p:nvSpPr>
        <p:spPr>
          <a:xfrm>
            <a:off x="3589020" y="3308985"/>
            <a:ext cx="501396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sym typeface="+mn-ea"/>
              </a:rPr>
              <a:t>为什么</a:t>
            </a:r>
            <a:r>
              <a:rPr lang="en-US">
                <a:sym typeface="+mn-ea"/>
              </a:rPr>
              <a:t>Figma</a:t>
            </a:r>
            <a:r>
              <a:rPr lang="zh-CN" altLang="en-US">
                <a:sym typeface="+mn-ea"/>
              </a:rPr>
              <a:t>流程中要抓取远程图片转存</a:t>
            </a:r>
            <a:r>
              <a:rPr lang="en-US" altLang="zh-CN">
                <a:sym typeface="+mn-ea"/>
              </a:rPr>
              <a:t>OSS？</a:t>
            </a:r>
            <a:endParaRPr lang="en-US"/>
          </a:p>
        </p:txBody>
      </p:sp>
    </p:spTree>
    <p:custDataLst>
      <p:tags r:id="rId1"/>
    </p:custData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1"/>
          <p:cNvSpPr txBox="1"/>
          <p:nvPr/>
        </p:nvSpPr>
        <p:spPr>
          <a:xfrm>
            <a:off x="3589020" y="3308985"/>
            <a:ext cx="501396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sym typeface="+mn-ea"/>
              </a:rPr>
              <a:t>为什么</a:t>
            </a:r>
            <a:r>
              <a:rPr lang="en-US">
                <a:sym typeface="+mn-ea"/>
              </a:rPr>
              <a:t>Figma</a:t>
            </a:r>
            <a:r>
              <a:rPr lang="zh-CN" altLang="en-US">
                <a:sym typeface="+mn-ea"/>
              </a:rPr>
              <a:t>流程中要抓取远程图片转存</a:t>
            </a:r>
            <a:r>
              <a:rPr lang="en-US" altLang="zh-CN">
                <a:sym typeface="+mn-ea"/>
              </a:rPr>
              <a:t>OSS？</a:t>
            </a:r>
            <a:endParaRPr lang="en-US"/>
          </a:p>
        </p:txBody>
      </p:sp>
      <p:sp>
        <p:nvSpPr>
          <p:cNvPr id="3" name="Text Box 2"/>
          <p:cNvSpPr txBox="1"/>
          <p:nvPr/>
        </p:nvSpPr>
        <p:spPr>
          <a:xfrm>
            <a:off x="2359660" y="3888740"/>
            <a:ext cx="747331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solidFill>
                  <a:srgbClr val="FF0000"/>
                </a:solidFill>
              </a:rPr>
              <a:t>为了把</a:t>
            </a:r>
            <a:r>
              <a:rPr lang="en-US" altLang="en-US">
                <a:solidFill>
                  <a:srgbClr val="FF0000"/>
                </a:solidFill>
              </a:rPr>
              <a:t> Figma </a:t>
            </a:r>
            <a:r>
              <a:rPr lang="zh-CN" altLang="en-US">
                <a:solidFill>
                  <a:srgbClr val="FF0000"/>
                </a:solidFill>
              </a:rPr>
              <a:t>的临时外链，变成生成应用可以长期依赖的内部静态资源</a:t>
            </a:r>
            <a:endParaRPr lang="zh-CN" altLang="en-US">
              <a:solidFill>
                <a:srgbClr val="FF0000"/>
              </a:solidFill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1"/>
          <p:cNvSpPr txBox="1"/>
          <p:nvPr/>
        </p:nvSpPr>
        <p:spPr>
          <a:xfrm>
            <a:off x="3589020" y="3308985"/>
            <a:ext cx="501396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sym typeface="+mn-ea"/>
              </a:rPr>
              <a:t>为什么</a:t>
            </a:r>
            <a:r>
              <a:rPr lang="en-US">
                <a:sym typeface="+mn-ea"/>
              </a:rPr>
              <a:t>Figma</a:t>
            </a:r>
            <a:r>
              <a:rPr lang="zh-CN" altLang="en-US">
                <a:sym typeface="+mn-ea"/>
              </a:rPr>
              <a:t>流程中要抓取远程图片转存</a:t>
            </a:r>
            <a:r>
              <a:rPr lang="en-US" altLang="zh-CN">
                <a:sym typeface="+mn-ea"/>
              </a:rPr>
              <a:t>OSS？</a:t>
            </a:r>
            <a:endParaRPr lang="en-US"/>
          </a:p>
        </p:txBody>
      </p:sp>
      <p:sp>
        <p:nvSpPr>
          <p:cNvPr id="3" name="Text Box 2"/>
          <p:cNvSpPr txBox="1"/>
          <p:nvPr/>
        </p:nvSpPr>
        <p:spPr>
          <a:xfrm>
            <a:off x="2359660" y="3888740"/>
            <a:ext cx="747331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solidFill>
                  <a:srgbClr val="FF0000"/>
                </a:solidFill>
              </a:rPr>
              <a:t>为了把</a:t>
            </a:r>
            <a:r>
              <a:rPr lang="en-US" altLang="en-US">
                <a:solidFill>
                  <a:srgbClr val="FF0000"/>
                </a:solidFill>
              </a:rPr>
              <a:t> Figma </a:t>
            </a:r>
            <a:r>
              <a:rPr lang="zh-CN" altLang="en-US">
                <a:solidFill>
                  <a:srgbClr val="FF0000"/>
                </a:solidFill>
              </a:rPr>
              <a:t>的临时外链，变成生成应用可以长期依赖的内部静态资源</a:t>
            </a:r>
            <a:endParaRPr lang="zh-CN" altLang="en-US">
              <a:solidFill>
                <a:srgbClr val="FF0000"/>
              </a:solidFill>
            </a:endParaRPr>
          </a:p>
        </p:txBody>
      </p:sp>
      <p:sp>
        <p:nvSpPr>
          <p:cNvPr id="4" name="Text Box 3"/>
          <p:cNvSpPr txBox="1"/>
          <p:nvPr/>
        </p:nvSpPr>
        <p:spPr>
          <a:xfrm>
            <a:off x="5115560" y="4468495"/>
            <a:ext cx="137541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/>
              <a:t>utils/</a:t>
            </a:r>
            <a:r>
              <a:rPr lang="en-US"/>
              <a:t>oss.ts</a:t>
            </a:r>
            <a:endParaRPr lang="en-US"/>
          </a:p>
        </p:txBody>
      </p:sp>
    </p:spTree>
    <p:custDataLst>
      <p:tags r:id="rId1"/>
    </p:custData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1"/>
          <p:cNvSpPr txBox="1"/>
          <p:nvPr/>
        </p:nvSpPr>
        <p:spPr>
          <a:xfrm>
            <a:off x="2640965" y="22987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/>
              <a:t>oss.ts</a:t>
            </a:r>
            <a:endParaRPr lang="en-US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640965" y="728980"/>
            <a:ext cx="5600700" cy="5559425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69870" y="0"/>
            <a:ext cx="665162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3056255" y="4058285"/>
            <a:ext cx="5817870" cy="2369185"/>
          </a:xfrm>
          <a:prstGeom prst="rect">
            <a:avLst/>
          </a:prstGeom>
          <a:solidFill>
            <a:srgbClr val="1E2432"/>
          </a:solidFill>
          <a:ln>
            <a:solidFill>
              <a:srgbClr val="1E2432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</p:spTree>
    <p:custDataLst>
      <p:tags r:id="rId2"/>
    </p:custData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69870" y="0"/>
            <a:ext cx="665162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3056255" y="4564380"/>
            <a:ext cx="5817870" cy="1863090"/>
          </a:xfrm>
          <a:prstGeom prst="rect">
            <a:avLst/>
          </a:prstGeom>
          <a:solidFill>
            <a:srgbClr val="1E2432"/>
          </a:solidFill>
          <a:ln>
            <a:solidFill>
              <a:srgbClr val="1E2432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</p:spTree>
    <p:custDataLst>
      <p:tags r:id="rId2"/>
    </p:custData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69870" y="0"/>
            <a:ext cx="6651625" cy="6858000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68575" y="0"/>
            <a:ext cx="705421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2936875" y="4665980"/>
            <a:ext cx="6468110" cy="1711960"/>
          </a:xfrm>
          <a:prstGeom prst="rect">
            <a:avLst/>
          </a:prstGeom>
          <a:solidFill>
            <a:srgbClr val="1E2432"/>
          </a:solidFill>
          <a:ln>
            <a:solidFill>
              <a:srgbClr val="1E2432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</p:spTree>
    <p:custDataLst>
      <p:tags r:id="rId2"/>
    </p:custData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68575" y="0"/>
            <a:ext cx="705421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2936875" y="5895340"/>
            <a:ext cx="6468110" cy="482600"/>
          </a:xfrm>
          <a:prstGeom prst="rect">
            <a:avLst/>
          </a:prstGeom>
          <a:solidFill>
            <a:srgbClr val="1E2432"/>
          </a:solidFill>
          <a:ln>
            <a:solidFill>
              <a:srgbClr val="1E2432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</p:spTree>
    <p:custDataLst>
      <p:tags r:id="rId2"/>
    </p:custData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68575" y="0"/>
            <a:ext cx="705421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2936875" y="6172835"/>
            <a:ext cx="6468110" cy="205105"/>
          </a:xfrm>
          <a:prstGeom prst="rect">
            <a:avLst/>
          </a:prstGeom>
          <a:solidFill>
            <a:srgbClr val="1E2432"/>
          </a:solidFill>
          <a:ln>
            <a:solidFill>
              <a:srgbClr val="1E2432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</p:spTree>
    <p:custDataLst>
      <p:tags r:id="rId2"/>
    </p:custData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68575" y="0"/>
            <a:ext cx="7054215" cy="6858000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29765" y="0"/>
            <a:ext cx="833183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2341245" y="5756275"/>
            <a:ext cx="7628890" cy="621665"/>
          </a:xfrm>
          <a:prstGeom prst="rect">
            <a:avLst/>
          </a:prstGeom>
          <a:solidFill>
            <a:srgbClr val="1E2432"/>
          </a:solidFill>
          <a:ln>
            <a:solidFill>
              <a:srgbClr val="1E2432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</p:spTree>
    <p:custDataLst>
      <p:tags r:id="rId2"/>
    </p:custData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29765" y="0"/>
            <a:ext cx="833183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2341245" y="6074410"/>
            <a:ext cx="7628890" cy="303530"/>
          </a:xfrm>
          <a:prstGeom prst="rect">
            <a:avLst/>
          </a:prstGeom>
          <a:solidFill>
            <a:srgbClr val="1E2432"/>
          </a:solidFill>
          <a:ln>
            <a:solidFill>
              <a:srgbClr val="1E2432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</p:spTree>
    <p:custDataLst>
      <p:tags r:id="rId2"/>
    </p:custData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29765" y="0"/>
            <a:ext cx="8331835" cy="6858000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73175" y="0"/>
            <a:ext cx="964501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1637030" y="2948305"/>
            <a:ext cx="9097010" cy="3538220"/>
          </a:xfrm>
          <a:prstGeom prst="rect">
            <a:avLst/>
          </a:prstGeom>
          <a:solidFill>
            <a:srgbClr val="1E2432"/>
          </a:solidFill>
          <a:ln>
            <a:solidFill>
              <a:srgbClr val="1E2432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</p:spTree>
    <p:custDataLst>
      <p:tags r:id="rId2"/>
    </p:custData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73175" y="0"/>
            <a:ext cx="964501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1637030" y="4982210"/>
            <a:ext cx="9097010" cy="1504315"/>
          </a:xfrm>
          <a:prstGeom prst="rect">
            <a:avLst/>
          </a:prstGeom>
          <a:solidFill>
            <a:srgbClr val="1E2432"/>
          </a:solidFill>
          <a:ln>
            <a:solidFill>
              <a:srgbClr val="1E2432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</p:spTree>
    <p:custDataLst>
      <p:tags r:id="rId2"/>
    </p:custData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73175" y="0"/>
            <a:ext cx="964501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1637030" y="6143625"/>
            <a:ext cx="9097010" cy="342900"/>
          </a:xfrm>
          <a:prstGeom prst="rect">
            <a:avLst/>
          </a:prstGeom>
          <a:solidFill>
            <a:srgbClr val="1E2432"/>
          </a:solidFill>
          <a:ln>
            <a:solidFill>
              <a:srgbClr val="1E2432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</p:spTree>
    <p:custDataLst>
      <p:tags r:id="rId2"/>
    </p:custData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73175" y="0"/>
            <a:ext cx="9645015" cy="6858000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Box 11"/>
          <p:cNvSpPr txBox="1"/>
          <p:nvPr/>
        </p:nvSpPr>
        <p:spPr>
          <a:xfrm>
            <a:off x="4827270" y="3282950"/>
            <a:ext cx="253746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3600"/>
              <a:t>Thank You</a:t>
            </a:r>
            <a:endParaRPr lang="en-US" sz="3600"/>
          </a:p>
        </p:txBody>
      </p:sp>
    </p:spTree>
    <p:custDataLst>
      <p:tags r:id="rId1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1*i*1"/>
  <p:tag name="KSO_WM_UNIT_LAYERLEVEL" val="1"/>
  <p:tag name="KSO_WM_TAG_VERSION" val="1.0"/>
</p:tagLst>
</file>

<file path=ppt/tags/tag2.xml><?xml version="1.0" encoding="utf-8"?>
<p:tagLst xmlns:p="http://schemas.openxmlformats.org/presentationml/2006/main">
  <p:tag name="KSO_WM_UNIT_FILL_FORE_SCHEMECOLOR_INDEX_BRIGHTNESS" val="0"/>
  <p:tag name="KSO_WM_UNIT_FILL_FORE_SCHEMECOLOR_INDEX" val="14"/>
  <p:tag name="KSO_WM_UNIT_FILL_TYPE" val="1"/>
  <p:tag name="KSO_WM_UNIT_SHADOW_SCHEMECOLOR_INDEX_BRIGHTNESS" val="-0.5"/>
  <p:tag name="KSO_WM_UNIT_SHADOW_SCHEMECOLOR_INDEX" val="14"/>
  <p:tag name="KSO_WM_UNIT_TEXT_FILL_FORE_SCHEMECOLOR_INDEX_BRIGHTNESS" val="0"/>
  <p:tag name="KSO_WM_UNIT_TEXT_FILL_FORE_SCHEMECOLOR_INDEX" val="2"/>
  <p:tag name="KSO_WM_UNIT_TEXT_FILL_TYPE" val="1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1*i*2"/>
  <p:tag name="KSO_WM_UNIT_LAYERLEVEL" val="1"/>
  <p:tag name="KSO_WM_TAG_VERSION" val="1.0"/>
</p:tagLst>
</file>

<file path=ppt/tags/tag3.xml><?xml version="1.0" encoding="utf-8"?>
<p:tagLst xmlns:p="http://schemas.openxmlformats.org/presentationml/2006/main">
  <p:tag name="KSO_WM_UNIT_FILL_FORE_SCHEMECOLOR_INDEX_BRIGHTNESS" val="0"/>
  <p:tag name="KSO_WM_UNIT_FILL_FORE_SCHEMECOLOR_INDEX" val="14"/>
  <p:tag name="KSO_WM_UNIT_FILL_TYPE" val="1"/>
  <p:tag name="KSO_WM_UNIT_SHADOW_SCHEMECOLOR_INDEX_BRIGHTNESS" val="-0.5"/>
  <p:tag name="KSO_WM_UNIT_SHADOW_SCHEMECOLOR_INDEX" val="14"/>
  <p:tag name="KSO_WM_UNIT_TEXT_FILL_FORE_SCHEMECOLOR_INDEX_BRIGHTNESS" val="0"/>
  <p:tag name="KSO_WM_UNIT_TEXT_FILL_FORE_SCHEMECOLOR_INDEX" val="2"/>
  <p:tag name="KSO_WM_UNIT_TEXT_FILL_TYPE" val="1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_1*i*3"/>
  <p:tag name="KSO_WM_UNIT_LAYERLEVEL" val="1"/>
  <p:tag name="KSO_WM_TAG_VERSION" val="1.0"/>
</p:tagLst>
</file>

<file path=ppt/tags/tag4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CONTENT_GROUP_TYPE" val="contentchip"/>
  <p:tag name="KSO_WM_UNIT_TYPE" val="i"/>
  <p:tag name="KSO_WM_UNIT_INDEX" val="4"/>
  <p:tag name="KSO_WM_UNIT_ID" val="_1*i*4"/>
  <p:tag name="KSO_WM_UNIT_LAYERLEVEL" val="1"/>
  <p:tag name="KSO_WM_TAG_VERSION" val="1.0"/>
</p:tagLst>
</file>

<file path=ppt/tags/tag5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5"/>
  <p:tag name="KSO_WM_UNIT_ID" val="_1*i*5"/>
  <p:tag name="KSO_WM_UNIT_LAYERLEVEL" val="1"/>
  <p:tag name="KSO_WM_TAG_VERSION" val="1.0"/>
</p:tagLst>
</file>

<file path=ppt/tags/tag6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6"/>
  <p:tag name="KSO_WM_UNIT_ID" val="_1*i*6"/>
  <p:tag name="KSO_WM_UNIT_LAYERLEVEL" val="1"/>
  <p:tag name="KSO_WM_TAG_VERSION" val="1.0"/>
</p:tagLst>
</file>

<file path=ppt/tags/tag7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7"/>
  <p:tag name="KSO_WM_UNIT_ID" val="_1*i*7"/>
  <p:tag name="KSO_WM_UNIT_LAYERLEVEL" val="1"/>
  <p:tag name="KSO_WM_TAG_VERSION" val="1.0"/>
</p:tagLst>
</file>

<file path=ppt/tags/tag8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CONTENT_GROUP_TYPE" val="contentchip"/>
  <p:tag name="KSO_WM_UNIT_TYPE" val="i"/>
  <p:tag name="KSO_WM_UNIT_INDEX" val="8"/>
  <p:tag name="KSO_WM_UNIT_ID" val="_1*i*8"/>
  <p:tag name="KSO_WM_UNIT_LAYERLEVEL" val="1"/>
  <p:tag name="KSO_WM_TAG_VERSION" val="1.0"/>
</p:tagLst>
</file>

<file path=ppt/tags/tag9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CONTENT_GROUP_TYPE" val="contentchip"/>
  <p:tag name="KSO_WM_UNIT_TYPE" val="i"/>
  <p:tag name="KSO_WM_UNIT_INDEX" val="9"/>
  <p:tag name="KSO_WM_UNIT_ID" val="_1*i*9"/>
  <p:tag name="KSO_WM_UNIT_LAYERLEVEL" val="1"/>
  <p:tag name="KSO_WM_TAG_VERSION" val="1.0"/>
</p:tagLst>
</file>

<file path=ppt/tags/tag10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CONTENT_GROUP_TYPE" val="contentchip"/>
  <p:tag name="KSO_WM_UNIT_TYPE" val="i"/>
  <p:tag name="KSO_WM_UNIT_INDEX" val="10"/>
  <p:tag name="KSO_WM_UNIT_ID" val="_1*i*10"/>
  <p:tag name="KSO_WM_UNIT_LAYERLEVEL" val="1"/>
  <p:tag name="KSO_WM_TAG_VERSION" val="1.0"/>
</p:tagLst>
</file>

<file path=ppt/tags/tag11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1"/>
  <p:tag name="KSO_WM_UNIT_ID" val="_1*i*11"/>
  <p:tag name="KSO_WM_UNIT_LAYERLEVEL" val="1"/>
  <p:tag name="KSO_WM_TAG_VERSION" val="1.0"/>
</p:tagLst>
</file>

<file path=ppt/tags/tag12.xml><?xml version="1.0" encoding="utf-8"?>
<p:tagLst xmlns:p="http://schemas.openxmlformats.org/presentationml/2006/main">
  <p:tag name="KSO_WM_UNIT_SUBTYPE" val="b"/>
  <p:tag name="KSO_WM_UNIT_PRESET_TEXT" val="汇报人：稻小壳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1*f*1"/>
  <p:tag name="KSO_WM_UNIT_LAYERLEVEL" val="1"/>
  <p:tag name="KSO_WM_TAG_VERSION" val="1.0"/>
  <p:tag name="KSO_WM_BEAUTIFY_FLAG" val="#wm#"/>
  <p:tag name="KSO_WM_UNIT_CONTENT_GROUP_TYPE" val="contentchip"/>
</p:tagLst>
</file>

<file path=ppt/tags/tag13.xml><?xml version="1.0" encoding="utf-8"?>
<p:tagLst xmlns:p="http://schemas.openxmlformats.org/presentationml/2006/main">
  <p:tag name="KSO_WM_UNIT_ISCONTENTSTITLE" val="0"/>
  <p:tag name="KSO_WM_UNIT_ISNUMDGMTITLE" val="0"/>
  <p:tag name="KSO_WM_UNIT_PRESET_TEXT" val="WPS,a click to unlimited possibilities"/>
  <p:tag name="KSO_WM_UNIT_NOCLEAR" val="0"/>
  <p:tag name="KSO_WM_UNIT_VALUE" val="17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_1*b*1"/>
  <p:tag name="KSO_WM_UNIT_LAYERLEVEL" val="1"/>
  <p:tag name="KSO_WM_TAG_VERSION" val="1.0"/>
  <p:tag name="KSO_WM_BEAUTIFY_FLAG" val="#wm#"/>
  <p:tag name="KSO_WM_UNIT_CONTENT_GROUP_TYPE" val="contentchip"/>
</p:tagLst>
</file>

<file path=ppt/tags/tag14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添加文档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1*a*1"/>
  <p:tag name="KSO_WM_UNIT_LAYERLEVEL" val="1"/>
  <p:tag name="KSO_WM_TAG_VERSION" val="1.0"/>
  <p:tag name="KSO_WM_BEAUTIFY_FLAG" val="#wm#"/>
  <p:tag name="KSO_WM_UNIT_CONTENT_GROUP_TYPE" val="contentchip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2*f*1"/>
  <p:tag name="KSO_WM_UNIT_LAYERLEVEL" val="1"/>
  <p:tag name="KSO_WM_TAG_VERSION" val="1.0"/>
  <p:tag name="KSO_WM_BEAUTIFY_FLAG" val="#wm#"/>
  <p:tag name="KSO_WM_UNIT_PRESET_TEXT" val="单击此处编辑母版文本样式&#10;第二级&#10;第三级&#10;第四级&#10;第五级"/>
</p:tagLst>
</file>

<file path=ppt/tags/tag19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2*i*1"/>
  <p:tag name="KSO_WM_UNIT_LAYERLEVEL" val="1"/>
  <p:tag name="KSO_WM_TAG_VERSION" val="1.0"/>
  <p:tag name="KSO_WM_UNIT_TYPE" val="i"/>
  <p:tag name="KSO_WM_UNIT_INDEX" val="1"/>
  <p:tag name="KSO_WM_UNIT_CONTENT_GROUP_TYPE" val="titlestyle"/>
</p:tagLst>
</file>

<file path=ppt/tags/tag20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添加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2*a*1"/>
  <p:tag name="KSO_WM_UNIT_LAYERLEVEL" val="1"/>
  <p:tag name="KSO_WM_TAG_VERSION" val="1.0"/>
  <p:tag name="KSO_WM_BEAUTIFY_FLAG" val="#wm#"/>
  <p:tag name="KSO_WM_UNIT_CONTENT_GROUP_TYPE" val="titlestyle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3*i*1"/>
  <p:tag name="KSO_WM_UNIT_LAYERLEVEL" val="1"/>
  <p:tag name="KSO_WM_TAG_VERSION" val="1.0"/>
  <p:tag name="KSO_WM_UNIT_TYPE" val="i"/>
  <p:tag name="KSO_WM_UNIT_INDEX" val="1"/>
</p:tagLst>
</file>

<file path=ppt/tags/tag25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3*i*3"/>
  <p:tag name="KSO_WM_UNIT_LAYERLEVEL" val="1"/>
  <p:tag name="KSO_WM_TAG_VERSION" val="1.0"/>
  <p:tag name="KSO_WM_UNIT_TYPE" val="i"/>
  <p:tag name="KSO_WM_UNIT_INDEX" val="3"/>
</p:tagLst>
</file>

<file path=ppt/tags/tag26.xml><?xml version="1.0" encoding="utf-8"?>
<p:tagLst xmlns:p="http://schemas.openxmlformats.org/presentationml/2006/main">
  <p:tag name="KSO_WM_UNIT_ISCONTENTSTITLE" val="0"/>
  <p:tag name="KSO_WM_UNIT_ISNUMDGMTITLE" val="0"/>
  <p:tag name="KSO_WM_UNIT_PRESET_TEXT" val="CONTENTS"/>
  <p:tag name="KSO_WM_UNIT_NOCLEAR" val="0"/>
  <p:tag name="KSO_WM_UNIT_VALUE" val="17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_3*b*1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ISCONTENTSTITLE" val="1"/>
  <p:tag name="KSO_WM_UNIT_ISNUMDGMTITLE" val="0"/>
  <p:tag name="KSO_WM_UNIT_PRESET_TEXT" val="目录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3*a*1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FILL_FORE_SCHEMECOLOR_INDEX_BRIGHTNESS" val="0"/>
  <p:tag name="KSO_WM_UNIT_FILL_FORE_SCHEMECOLOR_INDEX" val="14"/>
  <p:tag name="KSO_WM_UNIT_FILL_TYPE" val="1"/>
  <p:tag name="KSO_WM_UNIT_SHADOW_SCHEMECOLOR_INDEX_BRIGHTNESS" val="-0.5"/>
  <p:tag name="KSO_WM_UNIT_SHADOW_SCHEMECOLOR_INDEX" val="14"/>
  <p:tag name="KSO_WM_UNIT_TEXT_FILL_FORE_SCHEMECOLOR_INDEX_BRIGHTNESS" val="0"/>
  <p:tag name="KSO_WM_UNIT_TEXT_FILL_FORE_SCHEMECOLOR_INDEX" val="2"/>
  <p:tag name="KSO_WM_UNIT_TEXT_FILL_TYPE" val="1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4*i*1"/>
  <p:tag name="KSO_WM_UNIT_LAYERLEVEL" val="1"/>
  <p:tag name="KSO_WM_TAG_VERSION" val="1.0"/>
  <p:tag name="KSO_WM_UNIT_TYPE" val="i"/>
  <p:tag name="KSO_WM_UNIT_INDEX" val="1"/>
</p:tagLst>
</file>

<file path=ppt/tags/tag32.xml><?xml version="1.0" encoding="utf-8"?>
<p:tagLst xmlns:p="http://schemas.openxmlformats.org/presentationml/2006/main">
  <p:tag name="KSO_WM_UNIT_FILL_FORE_SCHEMECOLOR_INDEX_BRIGHTNESS" val="0"/>
  <p:tag name="KSO_WM_UNIT_FILL_FORE_SCHEMECOLOR_INDEX" val="14"/>
  <p:tag name="KSO_WM_UNIT_FILL_TYPE" val="1"/>
  <p:tag name="KSO_WM_UNIT_SHADOW_SCHEMECOLOR_INDEX_BRIGHTNESS" val="-0.5"/>
  <p:tag name="KSO_WM_UNIT_SHADOW_SCHEMECOLOR_INDEX" val="14"/>
  <p:tag name="KSO_WM_UNIT_TEXT_FILL_FORE_SCHEMECOLOR_INDEX_BRIGHTNESS" val="0"/>
  <p:tag name="KSO_WM_UNIT_TEXT_FILL_FORE_SCHEMECOLOR_INDEX" val="2"/>
  <p:tag name="KSO_WM_UNIT_TEXT_FILL_TYPE" val="1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4*i*2"/>
  <p:tag name="KSO_WM_UNIT_LAYERLEVEL" val="1"/>
  <p:tag name="KSO_WM_TAG_VERSION" val="1.0"/>
  <p:tag name="KSO_WM_UNIT_TYPE" val="i"/>
  <p:tag name="KSO_WM_UNIT_INDEX" val="2"/>
</p:tagLst>
</file>

<file path=ppt/tags/tag33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4*i*3"/>
  <p:tag name="KSO_WM_UNIT_LAYERLEVEL" val="1"/>
  <p:tag name="KSO_WM_TAG_VERSION" val="1.0"/>
  <p:tag name="KSO_WM_UNIT_TYPE" val="i"/>
  <p:tag name="KSO_WM_UNIT_INDEX" val="3"/>
</p:tagLst>
</file>

<file path=ppt/tags/tag34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4*i*4"/>
  <p:tag name="KSO_WM_UNIT_LAYERLEVEL" val="1"/>
  <p:tag name="KSO_WM_TAG_VERSION" val="1.0"/>
  <p:tag name="KSO_WM_UNIT_CONTENT_GROUP_TYPE" val="contentchip"/>
  <p:tag name="KSO_WM_UNIT_TYPE" val="i"/>
  <p:tag name="KSO_WM_UNIT_INDEX" val="4"/>
</p:tagLst>
</file>

<file path=ppt/tags/tag35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4*i*5"/>
  <p:tag name="KSO_WM_UNIT_LAYERLEVEL" val="1"/>
  <p:tag name="KSO_WM_TAG_VERSION" val="1.0"/>
  <p:tag name="KSO_WM_UNIT_TYPE" val="i"/>
  <p:tag name="KSO_WM_UNIT_INDEX" val="5"/>
</p:tagLst>
</file>

<file path=ppt/tags/tag36.xml><?xml version="1.0" encoding="utf-8"?>
<p:tagLst xmlns:p="http://schemas.openxmlformats.org/presentationml/2006/main">
  <p:tag name="KSO_WM_UNIT_PRESET_TEXT" val="01"/>
  <p:tag name="KSO_WM_UNIT_NOCLEAR" val="0"/>
  <p:tag name="KSO_WM_UNIT_VALUE" val="6"/>
  <p:tag name="KSO_WM_UNIT_HIGHLIGHT" val="0"/>
  <p:tag name="KSO_WM_UNIT_COMPATIBLE" val="1"/>
  <p:tag name="KSO_WM_UNIT_DIAGRAM_ISNUMVISUAL" val="0"/>
  <p:tag name="KSO_WM_UNIT_DIAGRAM_ISREFERUNIT" val="0"/>
  <p:tag name="KSO_WM_UNIT_TYPE" val="e"/>
  <p:tag name="KSO_WM_UNIT_INDEX" val="1"/>
  <p:tag name="KSO_WM_UNIT_ID" val="_4*e*1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ISCONTENTSTITLE" val="0"/>
  <p:tag name="KSO_WM_UNIT_ISNUMDGMTITLE" val="0"/>
  <p:tag name="KSO_WM_UNIT_PRESET_TEXT" val="添加章节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4*a*1"/>
  <p:tag name="KSO_WM_UNIT_LAYERLEVEL" val="1"/>
  <p:tag name="KSO_WM_TAG_VERSION" val="1.0"/>
  <p:tag name="KSO_WM_BEAUTIFY_FLAG" val="#wm#"/>
  <p:tag name="KSO_WM_UNIT_CONTENT_GROUP_TYPE" val="contentchip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5*f*1"/>
  <p:tag name="KSO_WM_UNIT_LAYERLEVEL" val="1"/>
  <p:tag name="KSO_WM_TAG_VERSION" val="1.0"/>
  <p:tag name="KSO_WM_BEAUTIFY_FLAG" val="#wm#"/>
  <p:tag name="KSO_WM_UNIT_PRESET_TEXT" val="单击此处编辑母版文本样式&#10;第二级&#10;第三级&#10;第四级&#10;第五级"/>
</p:tagLst>
</file>

<file path=ppt/tags/tag42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2"/>
  <p:tag name="KSO_WM_UNIT_ID" val="_5*f*2"/>
  <p:tag name="KSO_WM_UNIT_LAYERLEVEL" val="1"/>
  <p:tag name="KSO_WM_TAG_VERSION" val="1.0"/>
  <p:tag name="KSO_WM_BEAUTIFY_FLAG" val="#wm#"/>
  <p:tag name="KSO_WM_UNIT_PRESET_TEXT" val="单击此处编辑母版文本样式&#10;第二级&#10;第三级&#10;第四级&#10;第五级"/>
</p:tagLst>
</file>

<file path=ppt/tags/tag43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5*i*1"/>
  <p:tag name="KSO_WM_UNIT_LAYERLEVEL" val="1"/>
  <p:tag name="KSO_WM_TAG_VERSION" val="1.0"/>
  <p:tag name="KSO_WM_UNIT_TYPE" val="i"/>
  <p:tag name="KSO_WM_UNIT_INDEX" val="1"/>
  <p:tag name="KSO_WM_UNIT_CONTENT_GROUP_TYPE" val="titlestyle"/>
</p:tagLst>
</file>

<file path=ppt/tags/tag44.xml><?xml version="1.0" encoding="utf-8"?>
<p:tagLst xmlns:p="http://schemas.openxmlformats.org/presentationml/2006/main">
  <p:tag name="KSO_WM_UNIT_ISCONTENTSTITLE" val="0"/>
  <p:tag name="KSO_WM_UNIT_ISNUMDGMTITLE" val="0"/>
  <p:tag name="KSO_WM_UNIT_PRESET_TEXT" val="正文页-预设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5*a*1"/>
  <p:tag name="KSO_WM_UNIT_LAYERLEVEL" val="1"/>
  <p:tag name="KSO_WM_TAG_VERSION" val="1.0"/>
  <p:tag name="KSO_WM_BEAUTIFY_FLAG" val="#wm#"/>
  <p:tag name="KSO_WM_UNIT_CONTENT_GROUP_TYPE" val="titlestyle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h_f"/>
  <p:tag name="KSO_WM_UNIT_INDEX" val="2_1"/>
  <p:tag name="KSO_WM_UNIT_ID" val="_6*h_f*2_1"/>
  <p:tag name="KSO_WM_UNIT_LAYERLEVEL" val="1_1"/>
  <p:tag name="KSO_WM_TAG_VERSION" val="1.0"/>
  <p:tag name="KSO_WM_BEAUTIFY_FLAG" val="#wm#"/>
  <p:tag name="KSO_WM_UNIT_PRESET_TEXT" val="单击此处编辑母版文本样式&#10;第二级&#10;第三级&#10;第四级&#10;第五级"/>
</p:tagLst>
</file>

<file path=ppt/tags/tag49.xml><?xml version="1.0" encoding="utf-8"?>
<p:tagLst xmlns:p="http://schemas.openxmlformats.org/presentationml/2006/main">
  <p:tag name="KSO_WM_UNIT_ISCONTENTSTITLE" val="0"/>
  <p:tag name="KSO_WM_UNIT_ISNUMDGMTITLE" val="0"/>
  <p:tag name="KSO_WM_UNIT_PRESET_TEXT" val="添加小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h_a"/>
  <p:tag name="KSO_WM_UNIT_INDEX" val="2_1"/>
  <p:tag name="KSO_WM_UNIT_ID" val="_6*h_a*2_1"/>
  <p:tag name="KSO_WM_UNIT_LAYERLEVEL" val="1_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h_f"/>
  <p:tag name="KSO_WM_UNIT_INDEX" val="1_1"/>
  <p:tag name="KSO_WM_UNIT_ID" val="_6*h_f*1_1"/>
  <p:tag name="KSO_WM_UNIT_LAYERLEVEL" val="1_1"/>
  <p:tag name="KSO_WM_TAG_VERSION" val="1.0"/>
  <p:tag name="KSO_WM_BEAUTIFY_FLAG" val="#wm#"/>
  <p:tag name="KSO_WM_UNIT_PRESET_TEXT" val="单击此处编辑母版文本样式&#10;第二级&#10;第三级&#10;第四级&#10;第五级"/>
</p:tagLst>
</file>

<file path=ppt/tags/tag51.xml><?xml version="1.0" encoding="utf-8"?>
<p:tagLst xmlns:p="http://schemas.openxmlformats.org/presentationml/2006/main">
  <p:tag name="KSO_WM_UNIT_ISCONTENTSTITLE" val="0"/>
  <p:tag name="KSO_WM_UNIT_ISNUMDGMTITLE" val="0"/>
  <p:tag name="KSO_WM_UNIT_PRESET_TEXT" val="添加小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h_a"/>
  <p:tag name="KSO_WM_UNIT_INDEX" val="1_1"/>
  <p:tag name="KSO_WM_UNIT_ID" val="_6*h_a*1_1"/>
  <p:tag name="KSO_WM_UNIT_LAYERLEVEL" val="1_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6*i*1"/>
  <p:tag name="KSO_WM_UNIT_LAYERLEVEL" val="1"/>
  <p:tag name="KSO_WM_TAG_VERSION" val="1.0"/>
  <p:tag name="KSO_WM_UNIT_TYPE" val="i"/>
  <p:tag name="KSO_WM_UNIT_INDEX" val="1"/>
  <p:tag name="KSO_WM_UNIT_CONTENT_GROUP_TYPE" val="titlestyle"/>
</p:tagLst>
</file>

<file path=ppt/tags/tag53.xml><?xml version="1.0" encoding="utf-8"?>
<p:tagLst xmlns:p="http://schemas.openxmlformats.org/presentationml/2006/main">
  <p:tag name="KSO_WM_UNIT_ISCONTENTSTITLE" val="0"/>
  <p:tag name="KSO_WM_UNIT_ISNUMDGMTITLE" val="0"/>
  <p:tag name="KSO_WM_UNIT_PRESET_TEXT" val="正文页-预设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6*a*1"/>
  <p:tag name="KSO_WM_UNIT_LAYERLEVEL" val="1"/>
  <p:tag name="KSO_WM_TAG_VERSION" val="1.0"/>
  <p:tag name="KSO_WM_BEAUTIFY_FLAG" val="#wm#"/>
  <p:tag name="KSO_WM_UNIT_CONTENT_GROUP_TYPE" val="titlestyle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7*i*1"/>
  <p:tag name="KSO_WM_UNIT_LAYERLEVEL" val="1"/>
  <p:tag name="KSO_WM_TAG_VERSION" val="1.0"/>
  <p:tag name="KSO_WM_UNIT_TYPE" val="i"/>
  <p:tag name="KSO_WM_UNIT_INDEX" val="1"/>
  <p:tag name="KSO_WM_UNIT_CONTENT_GROUP_TYPE" val="titlestyle"/>
</p:tagLst>
</file>

<file path=ppt/tags/tag58.xml><?xml version="1.0" encoding="utf-8"?>
<p:tagLst xmlns:p="http://schemas.openxmlformats.org/presentationml/2006/main">
  <p:tag name="KSO_WM_UNIT_ISCONTENTSTITLE" val="0"/>
  <p:tag name="KSO_WM_UNIT_ISNUMDGMTITLE" val="0"/>
  <p:tag name="KSO_WM_UNIT_PRESET_TEXT" val="正文页-预设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7*a*1"/>
  <p:tag name="KSO_WM_UNIT_LAYERLEVEL" val="1"/>
  <p:tag name="KSO_WM_TAG_VERSION" val="1.0"/>
  <p:tag name="KSO_WM_BEAUTIFY_FLAG" val="#wm#"/>
  <p:tag name="KSO_WM_UNIT_CONTENT_GROUP_TYPE" val="titlestyle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8*i*1"/>
  <p:tag name="KSO_WM_UNIT_LAYERLEVEL" val="1"/>
  <p:tag name="KSO_WM_TAG_VERSION" val="1.0"/>
  <p:tag name="KSO_WM_UNIT_TYPE" val="i"/>
  <p:tag name="KSO_WM_UNIT_INDEX" val="1"/>
</p:tagLst>
</file>

<file path=ppt/tags/tag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66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9*f*1"/>
  <p:tag name="KSO_WM_UNIT_LAYERLEVEL" val="1"/>
  <p:tag name="KSO_WM_TAG_VERSION" val="1.0"/>
  <p:tag name="KSO_WM_BEAUTIFY_FLAG" val="#wm#"/>
  <p:tag name="KSO_WM_UNIT_PRESET_TEXT" val="单击此处编辑母版文本样式&#10;第二级&#10;第三级&#10;第四级&#10;第五级"/>
</p:tagLst>
</file>

<file path=ppt/tags/tag67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9*i*1"/>
  <p:tag name="KSO_WM_UNIT_LAYERLEVEL" val="1"/>
  <p:tag name="KSO_WM_TAG_VERSION" val="1.0"/>
  <p:tag name="KSO_WM_UNIT_TYPE" val="i"/>
  <p:tag name="KSO_WM_UNIT_INDEX" val="1"/>
</p:tagLst>
</file>

<file path=ppt/tags/tag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71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10*i*1"/>
  <p:tag name="KSO_WM_UNIT_LAYERLEVEL" val="1"/>
  <p:tag name="KSO_WM_TAG_VERSION" val="1.0"/>
  <p:tag name="KSO_WM_UNIT_CONTENT_GROUP_TYPE" val="titlestyle"/>
  <p:tag name="KSO_WM_UNIT_TYPE" val="i"/>
  <p:tag name="KSO_WM_UNIT_INDEX" val="1"/>
</p:tagLst>
</file>

<file path=ppt/tags/tag72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选择预设副标题"/>
  <p:tag name="KSO_WM_UNIT_NOCLEAR" val="0"/>
  <p:tag name="KSO_WM_UNIT_VALUE" val="17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_10*b*1"/>
  <p:tag name="KSO_WM_UNIT_LAYERLEVEL" val="1"/>
  <p:tag name="KSO_WM_TAG_VERSION" val="1.0"/>
  <p:tag name="KSO_WM_BEAUTIFY_FLAG" val="#wm#"/>
  <p:tag name="KSO_WM_UNIT_CONTENT_GROUP_TYPE" val="titlestyle"/>
</p:tagLst>
</file>

<file path=ppt/tags/tag73.xml><?xml version="1.0" encoding="utf-8"?>
<p:tagLst xmlns:p="http://schemas.openxmlformats.org/presentationml/2006/main">
  <p:tag name="KSO_WM_UNIT_ISCONTENTSTITLE" val="0"/>
  <p:tag name="KSO_WM_UNIT_ISNUMDGMTITLE" val="0"/>
  <p:tag name="KSO_WM_UNIT_PRESET_TEXT" val="正文页-预设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10*a*1"/>
  <p:tag name="KSO_WM_UNIT_LAYERLEVEL" val="1"/>
  <p:tag name="KSO_WM_TAG_VERSION" val="1.0"/>
  <p:tag name="KSO_WM_BEAUTIFY_FLAG" val="#wm#"/>
  <p:tag name="KSO_WM_UNIT_CONTENT_GROUP_TYPE" val="titlestyle"/>
</p:tagLst>
</file>

<file path=ppt/tags/tag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77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11*i*1"/>
  <p:tag name="KSO_WM_UNIT_LAYERLEVEL" val="1"/>
  <p:tag name="KSO_WM_TAG_VERSION" val="1.0"/>
  <p:tag name="KSO_WM_UNIT_TYPE" val="i"/>
  <p:tag name="KSO_WM_UNIT_INDEX" val="1"/>
</p:tagLst>
</file>

<file path=ppt/tags/tag78.xml><?xml version="1.0" encoding="utf-8"?>
<p:tagLst xmlns:p="http://schemas.openxmlformats.org/presentationml/2006/main">
  <p:tag name="KSO_WM_UNIT_FILL_FORE_SCHEMECOLOR_INDEX_BRIGHTNESS" val="0"/>
  <p:tag name="KSO_WM_UNIT_FILL_FORE_SCHEMECOLOR_INDEX" val="14"/>
  <p:tag name="KSO_WM_UNIT_FILL_TYPE" val="1"/>
  <p:tag name="KSO_WM_UNIT_SHADOW_SCHEMECOLOR_INDEX_BRIGHTNESS" val="-0.5"/>
  <p:tag name="KSO_WM_UNIT_SHADOW_SCHEMECOLOR_INDEX" val="14"/>
  <p:tag name="KSO_WM_UNIT_TEXT_FILL_FORE_SCHEMECOLOR_INDEX_BRIGHTNESS" val="0"/>
  <p:tag name="KSO_WM_UNIT_TEXT_FILL_FORE_SCHEMECOLOR_INDEX" val="2"/>
  <p:tag name="KSO_WM_UNIT_TEXT_FILL_TYPE" val="1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11*i*2"/>
  <p:tag name="KSO_WM_UNIT_LAYERLEVEL" val="1"/>
  <p:tag name="KSO_WM_TAG_VERSION" val="1.0"/>
  <p:tag name="KSO_WM_UNIT_TYPE" val="i"/>
  <p:tag name="KSO_WM_UNIT_INDEX" val="2"/>
</p:tagLst>
</file>

<file path=ppt/tags/tag79.xml><?xml version="1.0" encoding="utf-8"?>
<p:tagLst xmlns:p="http://schemas.openxmlformats.org/presentationml/2006/main">
  <p:tag name="KSO_WM_UNIT_FILL_FORE_SCHEMECOLOR_INDEX_BRIGHTNESS" val="0"/>
  <p:tag name="KSO_WM_UNIT_FILL_FORE_SCHEMECOLOR_INDEX" val="14"/>
  <p:tag name="KSO_WM_UNIT_FILL_TYPE" val="1"/>
  <p:tag name="KSO_WM_UNIT_SHADOW_SCHEMECOLOR_INDEX_BRIGHTNESS" val="-0.5"/>
  <p:tag name="KSO_WM_UNIT_SHADOW_SCHEMECOLOR_INDEX" val="14"/>
  <p:tag name="KSO_WM_UNIT_TEXT_FILL_FORE_SCHEMECOLOR_INDEX_BRIGHTNESS" val="0"/>
  <p:tag name="KSO_WM_UNIT_TEXT_FILL_FORE_SCHEMECOLOR_INDEX" val="2"/>
  <p:tag name="KSO_WM_UNIT_TEXT_FILL_TYPE" val="1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11*i*3"/>
  <p:tag name="KSO_WM_UNIT_LAYERLEVEL" val="1"/>
  <p:tag name="KSO_WM_TAG_VERSION" val="1.0"/>
  <p:tag name="KSO_WM_UNIT_TYPE" val="i"/>
  <p:tag name="KSO_WM_UNIT_INDEX" val="3"/>
</p:tagLst>
</file>

<file path=ppt/tags/tag80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11*i*4"/>
  <p:tag name="KSO_WM_UNIT_LAYERLEVEL" val="1"/>
  <p:tag name="KSO_WM_TAG_VERSION" val="1.0"/>
  <p:tag name="KSO_WM_UNIT_CONTENT_GROUP_TYPE" val="contentchip"/>
  <p:tag name="KSO_WM_UNIT_TYPE" val="i"/>
  <p:tag name="KSO_WM_UNIT_INDEX" val="4"/>
</p:tagLst>
</file>

<file path=ppt/tags/tag81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11*i*5"/>
  <p:tag name="KSO_WM_UNIT_LAYERLEVEL" val="1"/>
  <p:tag name="KSO_WM_TAG_VERSION" val="1.0"/>
  <p:tag name="KSO_WM_UNIT_TYPE" val="i"/>
  <p:tag name="KSO_WM_UNIT_INDEX" val="5"/>
</p:tagLst>
</file>

<file path=ppt/tags/tag82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11*i*6"/>
  <p:tag name="KSO_WM_UNIT_LAYERLEVEL" val="1"/>
  <p:tag name="KSO_WM_TAG_VERSION" val="1.0"/>
  <p:tag name="KSO_WM_UNIT_TYPE" val="i"/>
  <p:tag name="KSO_WM_UNIT_INDEX" val="6"/>
</p:tagLst>
</file>

<file path=ppt/tags/tag83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11*i*7"/>
  <p:tag name="KSO_WM_UNIT_LAYERLEVEL" val="1"/>
  <p:tag name="KSO_WM_TAG_VERSION" val="1.0"/>
  <p:tag name="KSO_WM_UNIT_TYPE" val="i"/>
  <p:tag name="KSO_WM_UNIT_INDEX" val="7"/>
</p:tagLst>
</file>

<file path=ppt/tags/tag84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11*i*8"/>
  <p:tag name="KSO_WM_UNIT_LAYERLEVEL" val="1"/>
  <p:tag name="KSO_WM_TAG_VERSION" val="1.0"/>
  <p:tag name="KSO_WM_UNIT_CONTENT_GROUP_TYPE" val="contentchip"/>
  <p:tag name="KSO_WM_UNIT_TYPE" val="i"/>
  <p:tag name="KSO_WM_UNIT_INDEX" val="8"/>
</p:tagLst>
</file>

<file path=ppt/tags/tag85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11*i*9"/>
  <p:tag name="KSO_WM_UNIT_LAYERLEVEL" val="1"/>
  <p:tag name="KSO_WM_TAG_VERSION" val="1.0"/>
  <p:tag name="KSO_WM_UNIT_CONTENT_GROUP_TYPE" val="contentchip"/>
  <p:tag name="KSO_WM_UNIT_TYPE" val="i"/>
  <p:tag name="KSO_WM_UNIT_INDEX" val="9"/>
</p:tagLst>
</file>

<file path=ppt/tags/tag86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11*i*10"/>
  <p:tag name="KSO_WM_UNIT_LAYERLEVEL" val="1"/>
  <p:tag name="KSO_WM_TAG_VERSION" val="1.0"/>
  <p:tag name="KSO_WM_UNIT_CONTENT_GROUP_TYPE" val="contentchip"/>
  <p:tag name="KSO_WM_UNIT_TYPE" val="i"/>
  <p:tag name="KSO_WM_UNIT_INDEX" val="10"/>
</p:tagLst>
</file>

<file path=ppt/tags/tag87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11*i*11"/>
  <p:tag name="KSO_WM_UNIT_LAYERLEVEL" val="1"/>
  <p:tag name="KSO_WM_TAG_VERSION" val="1.0"/>
  <p:tag name="KSO_WM_UNIT_TYPE" val="i"/>
  <p:tag name="KSO_WM_UNIT_INDEX" val="11"/>
</p:tagLst>
</file>

<file path=ppt/tags/tag88.xml><?xml version="1.0" encoding="utf-8"?>
<p:tagLst xmlns:p="http://schemas.openxmlformats.org/presentationml/2006/main">
  <p:tag name="KSO_WM_UNIT_SUBTYPE" val="b"/>
  <p:tag name="KSO_WM_UNIT_PRESET_TEXT" val="汇报人：稻小壳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11*f*1"/>
  <p:tag name="KSO_WM_UNIT_LAYERLEVEL" val="1"/>
  <p:tag name="KSO_WM_TAG_VERSION" val="1.0"/>
  <p:tag name="KSO_WM_BEAUTIFY_FLAG" val="#wm#"/>
</p:tagLst>
</file>

<file path=ppt/tags/tag89.xml><?xml version="1.0" encoding="utf-8"?>
<p:tagLst xmlns:p="http://schemas.openxmlformats.org/presentationml/2006/main">
  <p:tag name="KSO_WM_UNIT_ISCONTENTSTITLE" val="0"/>
  <p:tag name="KSO_WM_UNIT_ISNUMDGMTITLE" val="0"/>
  <p:tag name="KSO_WM_UNIT_PRESET_TEXT" val="THANK  YOU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11*a*1"/>
  <p:tag name="KSO_WM_UNIT_LAYERLEVEL" val="1"/>
  <p:tag name="KSO_WM_TAG_VERSION" val="1.0"/>
  <p:tag name="KSO_WM_BEAUTIFY_FLAG" val="#wm#"/>
</p:tagLst>
</file>

<file path=ppt/tags/tag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9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9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93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0*i*1"/>
  <p:tag name="KSO_WM_UNIT_LAYERLEVEL" val="1"/>
  <p:tag name="KSO_WM_TAG_VERSION" val="1.0"/>
  <p:tag name="KSO_WM_UNIT_TYPE" val="i"/>
  <p:tag name="KSO_WM_UNIT_INDEX" val="1"/>
  <p:tag name="KSO_WM_UNIT_CONTENT_GROUP_TYPE" val="titlestyle"/>
</p:tagLst>
</file>

<file path=ppt/tags/tag9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9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9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9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30314"/>
</p:tagLst>
</file>

<file path=ppt/tags/tag9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30314"/>
</p:tagLst>
</file>

<file path=ppt/tags/tag99.xml><?xml version="1.0" encoding="utf-8"?>
<p:tagLst xmlns:p="http://schemas.openxmlformats.org/presentationml/2006/main">
  <p:tag name="KSO_WM_TEMPLATE_SUBCATEGORY" val="29"/>
  <p:tag name="KSO_WM_TEMPLATE_MASTER_TYPE" val="0"/>
  <p:tag name="KSO_WM_TEMPLATE_COLOR_TYPE" val="0"/>
  <p:tag name="KSO_WM_TAG_VERSION" val="1.0"/>
  <p:tag name="KSO_WM_BEAUTIFY_FLAG" val="#wm#"/>
  <p:tag name="KSO_WM_TEMPLATE_CATEGORY" val="custom"/>
  <p:tag name="KSO_WM_TEMPLATE_INDEX" val="20230314"/>
  <p:tag name="KSO_WM_SPECIAL_SOURCE" val="bdnull"/>
  <p:tag name="KSO_WM_TEMPLATE_THUMBS_INDEX" val="1、9"/>
</p:tagLst>
</file>

<file path=ppt/tags/tag100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101.xml><?xml version="1.0" encoding="utf-8"?>
<p:tagLst xmlns:p="http://schemas.openxmlformats.org/presentationml/2006/main">
  <p:tag name="KSO_WM_SLIDE_ID" val="custom20230314_8"/>
  <p:tag name="KSO_WM_TEMPLATE_SUBCATEGORY" val="29"/>
  <p:tag name="KSO_WM_TEMPLATE_MASTER_TYPE" val="0"/>
  <p:tag name="KSO_WM_TEMPLATE_COLOR_TYPE" val="0"/>
  <p:tag name="KSO_WM_SLIDE_ITEM_CNT" val="0"/>
  <p:tag name="KSO_WM_SLIDE_INDEX" val="8"/>
  <p:tag name="KSO_WM_TAG_VERSION" val="1.0"/>
  <p:tag name="KSO_WM_BEAUTIFY_FLAG" val="#wm#"/>
  <p:tag name="KSO_WM_TEMPLATE_CATEGORY" val="custom"/>
  <p:tag name="KSO_WM_TEMPLATE_INDEX" val="20230314"/>
  <p:tag name="KSO_WM_SLIDE_TYPE" val="text"/>
  <p:tag name="KSO_WM_SLIDE_SUBTYPE" val="pureTxt"/>
  <p:tag name="KSO_WM_SLIDE_SIZE" val="863*460"/>
  <p:tag name="KSO_WM_SLIDE_POSITION" val="47*31"/>
  <p:tag name="KSO_WM_SLIDE_LAYOUT" val="a_f"/>
  <p:tag name="KSO_WM_SLIDE_LAYOUT_CNT" val="1_1"/>
  <p:tag name="KSO_WM_SPECIAL_SOURCE" val="bdnull"/>
  <p:tag name="KSO_WM_SLIDE_LAYOUT_NAME" val="标题和内容"/>
</p:tagLst>
</file>

<file path=ppt/tags/tag102.xml><?xml version="1.0" encoding="utf-8"?>
<p:tagLst xmlns:p="http://schemas.openxmlformats.org/presentationml/2006/main">
  <p:tag name="KSO_WM_SLIDE_ID" val="custom20230314_8"/>
  <p:tag name="KSO_WM_TEMPLATE_SUBCATEGORY" val="29"/>
  <p:tag name="KSO_WM_TEMPLATE_MASTER_TYPE" val="0"/>
  <p:tag name="KSO_WM_TEMPLATE_COLOR_TYPE" val="0"/>
  <p:tag name="KSO_WM_SLIDE_ITEM_CNT" val="0"/>
  <p:tag name="KSO_WM_SLIDE_INDEX" val="8"/>
  <p:tag name="KSO_WM_TAG_VERSION" val="1.0"/>
  <p:tag name="KSO_WM_BEAUTIFY_FLAG" val="#wm#"/>
  <p:tag name="KSO_WM_TEMPLATE_CATEGORY" val="custom"/>
  <p:tag name="KSO_WM_TEMPLATE_INDEX" val="20230314"/>
  <p:tag name="KSO_WM_SLIDE_TYPE" val="text"/>
  <p:tag name="KSO_WM_SLIDE_SUBTYPE" val="pureTxt"/>
  <p:tag name="KSO_WM_SLIDE_SIZE" val="863*460"/>
  <p:tag name="KSO_WM_SLIDE_POSITION" val="47*31"/>
  <p:tag name="KSO_WM_SLIDE_LAYOUT" val="a_f"/>
  <p:tag name="KSO_WM_SLIDE_LAYOUT_CNT" val="1_1"/>
  <p:tag name="KSO_WM_SPECIAL_SOURCE" val="bdnull"/>
  <p:tag name="KSO_WM_SLIDE_LAYOUT_NAME" val="标题和内容"/>
</p:tagLst>
</file>

<file path=ppt/tags/tag103.xml><?xml version="1.0" encoding="utf-8"?>
<p:tagLst xmlns:p="http://schemas.openxmlformats.org/presentationml/2006/main">
  <p:tag name="KSO_WM_SLIDE_ID" val="custom20230314_8"/>
  <p:tag name="KSO_WM_TEMPLATE_SUBCATEGORY" val="29"/>
  <p:tag name="KSO_WM_TEMPLATE_MASTER_TYPE" val="0"/>
  <p:tag name="KSO_WM_TEMPLATE_COLOR_TYPE" val="0"/>
  <p:tag name="KSO_WM_SLIDE_ITEM_CNT" val="0"/>
  <p:tag name="KSO_WM_SLIDE_INDEX" val="8"/>
  <p:tag name="KSO_WM_TAG_VERSION" val="1.0"/>
  <p:tag name="KSO_WM_BEAUTIFY_FLAG" val="#wm#"/>
  <p:tag name="KSO_WM_TEMPLATE_CATEGORY" val="custom"/>
  <p:tag name="KSO_WM_TEMPLATE_INDEX" val="20230314"/>
  <p:tag name="KSO_WM_SLIDE_TYPE" val="text"/>
  <p:tag name="KSO_WM_SLIDE_SUBTYPE" val="pureTxt"/>
  <p:tag name="KSO_WM_SLIDE_SIZE" val="863*460"/>
  <p:tag name="KSO_WM_SLIDE_POSITION" val="47*31"/>
  <p:tag name="KSO_WM_SLIDE_LAYOUT" val="a_f"/>
  <p:tag name="KSO_WM_SLIDE_LAYOUT_CNT" val="1_1"/>
  <p:tag name="KSO_WM_SPECIAL_SOURCE" val="bdnull"/>
  <p:tag name="KSO_WM_SLIDE_LAYOUT_NAME" val="标题和内容"/>
</p:tagLst>
</file>

<file path=ppt/tags/tag104.xml><?xml version="1.0" encoding="utf-8"?>
<p:tagLst xmlns:p="http://schemas.openxmlformats.org/presentationml/2006/main">
  <p:tag name="KSO_WM_SLIDE_ID" val="custom20230314_8"/>
  <p:tag name="KSO_WM_TEMPLATE_SUBCATEGORY" val="29"/>
  <p:tag name="KSO_WM_TEMPLATE_MASTER_TYPE" val="0"/>
  <p:tag name="KSO_WM_TEMPLATE_COLOR_TYPE" val="0"/>
  <p:tag name="KSO_WM_SLIDE_ITEM_CNT" val="0"/>
  <p:tag name="KSO_WM_SLIDE_INDEX" val="8"/>
  <p:tag name="KSO_WM_TAG_VERSION" val="1.0"/>
  <p:tag name="KSO_WM_BEAUTIFY_FLAG" val="#wm#"/>
  <p:tag name="KSO_WM_TEMPLATE_CATEGORY" val="custom"/>
  <p:tag name="KSO_WM_TEMPLATE_INDEX" val="20230314"/>
  <p:tag name="KSO_WM_SLIDE_TYPE" val="text"/>
  <p:tag name="KSO_WM_SLIDE_SUBTYPE" val="pureTxt"/>
  <p:tag name="KSO_WM_SLIDE_SIZE" val="863*460"/>
  <p:tag name="KSO_WM_SLIDE_POSITION" val="47*31"/>
  <p:tag name="KSO_WM_SLIDE_LAYOUT" val="a_f"/>
  <p:tag name="KSO_WM_SLIDE_LAYOUT_CNT" val="1_1"/>
  <p:tag name="KSO_WM_SPECIAL_SOURCE" val="bdnull"/>
  <p:tag name="KSO_WM_SLIDE_LAYOUT_NAME" val="标题和内容"/>
</p:tagLst>
</file>

<file path=ppt/tags/tag105.xml><?xml version="1.0" encoding="utf-8"?>
<p:tagLst xmlns:p="http://schemas.openxmlformats.org/presentationml/2006/main">
  <p:tag name="KSO_WM_SLIDE_ID" val="custom20230314_8"/>
  <p:tag name="KSO_WM_TEMPLATE_SUBCATEGORY" val="29"/>
  <p:tag name="KSO_WM_TEMPLATE_MASTER_TYPE" val="0"/>
  <p:tag name="KSO_WM_TEMPLATE_COLOR_TYPE" val="0"/>
  <p:tag name="KSO_WM_SLIDE_ITEM_CNT" val="0"/>
  <p:tag name="KSO_WM_SLIDE_INDEX" val="8"/>
  <p:tag name="KSO_WM_TAG_VERSION" val="1.0"/>
  <p:tag name="KSO_WM_BEAUTIFY_FLAG" val="#wm#"/>
  <p:tag name="KSO_WM_TEMPLATE_CATEGORY" val="custom"/>
  <p:tag name="KSO_WM_TEMPLATE_INDEX" val="20230314"/>
  <p:tag name="KSO_WM_SLIDE_TYPE" val="text"/>
  <p:tag name="KSO_WM_SLIDE_SUBTYPE" val="pureTxt"/>
  <p:tag name="KSO_WM_SLIDE_SIZE" val="863*460"/>
  <p:tag name="KSO_WM_SLIDE_POSITION" val="47*31"/>
  <p:tag name="KSO_WM_SLIDE_LAYOUT" val="a_f"/>
  <p:tag name="KSO_WM_SLIDE_LAYOUT_CNT" val="1_1"/>
  <p:tag name="KSO_WM_SPECIAL_SOURCE" val="bdnull"/>
  <p:tag name="KSO_WM_SLIDE_LAYOUT_NAME" val="标题和内容"/>
</p:tagLst>
</file>

<file path=ppt/tags/tag106.xml><?xml version="1.0" encoding="utf-8"?>
<p:tagLst xmlns:p="http://schemas.openxmlformats.org/presentationml/2006/main">
  <p:tag name="KSO_WM_SLIDE_ID" val="custom20230314_8"/>
  <p:tag name="KSO_WM_TEMPLATE_SUBCATEGORY" val="29"/>
  <p:tag name="KSO_WM_TEMPLATE_MASTER_TYPE" val="0"/>
  <p:tag name="KSO_WM_TEMPLATE_COLOR_TYPE" val="0"/>
  <p:tag name="KSO_WM_SLIDE_ITEM_CNT" val="0"/>
  <p:tag name="KSO_WM_SLIDE_INDEX" val="8"/>
  <p:tag name="KSO_WM_TAG_VERSION" val="1.0"/>
  <p:tag name="KSO_WM_BEAUTIFY_FLAG" val="#wm#"/>
  <p:tag name="KSO_WM_TEMPLATE_CATEGORY" val="custom"/>
  <p:tag name="KSO_WM_TEMPLATE_INDEX" val="20230314"/>
  <p:tag name="KSO_WM_SLIDE_TYPE" val="text"/>
  <p:tag name="KSO_WM_SLIDE_SUBTYPE" val="pureTxt"/>
  <p:tag name="KSO_WM_SLIDE_SIZE" val="863*460"/>
  <p:tag name="KSO_WM_SLIDE_POSITION" val="47*31"/>
  <p:tag name="KSO_WM_SLIDE_LAYOUT" val="a_f"/>
  <p:tag name="KSO_WM_SLIDE_LAYOUT_CNT" val="1_1"/>
  <p:tag name="KSO_WM_SPECIAL_SOURCE" val="bdnull"/>
  <p:tag name="KSO_WM_SLIDE_LAYOUT_NAME" val="标题和内容"/>
</p:tagLst>
</file>

<file path=ppt/tags/tag107.xml><?xml version="1.0" encoding="utf-8"?>
<p:tagLst xmlns:p="http://schemas.openxmlformats.org/presentationml/2006/main">
  <p:tag name="KSO_WM_SLIDE_ID" val="custom20230314_8"/>
  <p:tag name="KSO_WM_TEMPLATE_SUBCATEGORY" val="29"/>
  <p:tag name="KSO_WM_TEMPLATE_MASTER_TYPE" val="0"/>
  <p:tag name="KSO_WM_TEMPLATE_COLOR_TYPE" val="0"/>
  <p:tag name="KSO_WM_SLIDE_ITEM_CNT" val="0"/>
  <p:tag name="KSO_WM_SLIDE_INDEX" val="8"/>
  <p:tag name="KSO_WM_TAG_VERSION" val="1.0"/>
  <p:tag name="KSO_WM_BEAUTIFY_FLAG" val="#wm#"/>
  <p:tag name="KSO_WM_TEMPLATE_CATEGORY" val="custom"/>
  <p:tag name="KSO_WM_TEMPLATE_INDEX" val="20230314"/>
  <p:tag name="KSO_WM_SLIDE_TYPE" val="text"/>
  <p:tag name="KSO_WM_SLIDE_SUBTYPE" val="pureTxt"/>
  <p:tag name="KSO_WM_SLIDE_SIZE" val="863*460"/>
  <p:tag name="KSO_WM_SLIDE_POSITION" val="47*31"/>
  <p:tag name="KSO_WM_SLIDE_LAYOUT" val="a_f"/>
  <p:tag name="KSO_WM_SLIDE_LAYOUT_CNT" val="1_1"/>
  <p:tag name="KSO_WM_SPECIAL_SOURCE" val="bdnull"/>
  <p:tag name="KSO_WM_SLIDE_LAYOUT_NAME" val="标题和内容"/>
</p:tagLst>
</file>

<file path=ppt/tags/tag108.xml><?xml version="1.0" encoding="utf-8"?>
<p:tagLst xmlns:p="http://schemas.openxmlformats.org/presentationml/2006/main">
  <p:tag name="KSO_WM_SLIDE_ID" val="custom20230314_8"/>
  <p:tag name="KSO_WM_TEMPLATE_SUBCATEGORY" val="29"/>
  <p:tag name="KSO_WM_TEMPLATE_MASTER_TYPE" val="0"/>
  <p:tag name="KSO_WM_TEMPLATE_COLOR_TYPE" val="0"/>
  <p:tag name="KSO_WM_SLIDE_ITEM_CNT" val="0"/>
  <p:tag name="KSO_WM_SLIDE_INDEX" val="8"/>
  <p:tag name="KSO_WM_TAG_VERSION" val="1.0"/>
  <p:tag name="KSO_WM_BEAUTIFY_FLAG" val="#wm#"/>
  <p:tag name="KSO_WM_TEMPLATE_CATEGORY" val="custom"/>
  <p:tag name="KSO_WM_TEMPLATE_INDEX" val="20230314"/>
  <p:tag name="KSO_WM_SLIDE_TYPE" val="text"/>
  <p:tag name="KSO_WM_SLIDE_SUBTYPE" val="pureTxt"/>
  <p:tag name="KSO_WM_SLIDE_SIZE" val="863*460"/>
  <p:tag name="KSO_WM_SLIDE_POSITION" val="47*31"/>
  <p:tag name="KSO_WM_SLIDE_LAYOUT" val="a_f"/>
  <p:tag name="KSO_WM_SLIDE_LAYOUT_CNT" val="1_1"/>
  <p:tag name="KSO_WM_SPECIAL_SOURCE" val="bdnull"/>
  <p:tag name="KSO_WM_SLIDE_LAYOUT_NAME" val="标题和内容"/>
</p:tagLst>
</file>

<file path=ppt/tags/tag109.xml><?xml version="1.0" encoding="utf-8"?>
<p:tagLst xmlns:p="http://schemas.openxmlformats.org/presentationml/2006/main">
  <p:tag name="KSO_WM_SLIDE_ID" val="custom20230314_8"/>
  <p:tag name="KSO_WM_TEMPLATE_SUBCATEGORY" val="29"/>
  <p:tag name="KSO_WM_TEMPLATE_MASTER_TYPE" val="0"/>
  <p:tag name="KSO_WM_TEMPLATE_COLOR_TYPE" val="0"/>
  <p:tag name="KSO_WM_SLIDE_ITEM_CNT" val="0"/>
  <p:tag name="KSO_WM_SLIDE_INDEX" val="8"/>
  <p:tag name="KSO_WM_TAG_VERSION" val="1.0"/>
  <p:tag name="KSO_WM_BEAUTIFY_FLAG" val="#wm#"/>
  <p:tag name="KSO_WM_TEMPLATE_CATEGORY" val="custom"/>
  <p:tag name="KSO_WM_TEMPLATE_INDEX" val="20230314"/>
  <p:tag name="KSO_WM_SLIDE_TYPE" val="text"/>
  <p:tag name="KSO_WM_SLIDE_SUBTYPE" val="pureTxt"/>
  <p:tag name="KSO_WM_SLIDE_SIZE" val="863*460"/>
  <p:tag name="KSO_WM_SLIDE_POSITION" val="47*31"/>
  <p:tag name="KSO_WM_SLIDE_LAYOUT" val="a_f"/>
  <p:tag name="KSO_WM_SLIDE_LAYOUT_CNT" val="1_1"/>
  <p:tag name="KSO_WM_SPECIAL_SOURCE" val="bdnull"/>
  <p:tag name="KSO_WM_SLIDE_LAYOUT_NAME" val="标题和内容"/>
</p:tagLst>
</file>

<file path=ppt/tags/tag110.xml><?xml version="1.0" encoding="utf-8"?>
<p:tagLst xmlns:p="http://schemas.openxmlformats.org/presentationml/2006/main">
  <p:tag name="KSO_WM_SLIDE_ID" val="custom20230314_8"/>
  <p:tag name="KSO_WM_TEMPLATE_SUBCATEGORY" val="29"/>
  <p:tag name="KSO_WM_TEMPLATE_MASTER_TYPE" val="0"/>
  <p:tag name="KSO_WM_TEMPLATE_COLOR_TYPE" val="0"/>
  <p:tag name="KSO_WM_SLIDE_ITEM_CNT" val="0"/>
  <p:tag name="KSO_WM_SLIDE_INDEX" val="8"/>
  <p:tag name="KSO_WM_TAG_VERSION" val="1.0"/>
  <p:tag name="KSO_WM_BEAUTIFY_FLAG" val="#wm#"/>
  <p:tag name="KSO_WM_TEMPLATE_CATEGORY" val="custom"/>
  <p:tag name="KSO_WM_TEMPLATE_INDEX" val="20230314"/>
  <p:tag name="KSO_WM_SLIDE_TYPE" val="text"/>
  <p:tag name="KSO_WM_SLIDE_SUBTYPE" val="pureTxt"/>
  <p:tag name="KSO_WM_SLIDE_SIZE" val="863*460"/>
  <p:tag name="KSO_WM_SLIDE_POSITION" val="47*31"/>
  <p:tag name="KSO_WM_SLIDE_LAYOUT" val="a_f"/>
  <p:tag name="KSO_WM_SLIDE_LAYOUT_CNT" val="1_1"/>
  <p:tag name="KSO_WM_SPECIAL_SOURCE" val="bdnull"/>
  <p:tag name="KSO_WM_SLIDE_LAYOUT_NAME" val="标题和内容"/>
</p:tagLst>
</file>

<file path=ppt/tags/tag111.xml><?xml version="1.0" encoding="utf-8"?>
<p:tagLst xmlns:p="http://schemas.openxmlformats.org/presentationml/2006/main">
  <p:tag name="KSO_WM_SLIDE_ID" val="custom20230314_8"/>
  <p:tag name="KSO_WM_TEMPLATE_SUBCATEGORY" val="29"/>
  <p:tag name="KSO_WM_TEMPLATE_MASTER_TYPE" val="0"/>
  <p:tag name="KSO_WM_TEMPLATE_COLOR_TYPE" val="0"/>
  <p:tag name="KSO_WM_SLIDE_ITEM_CNT" val="0"/>
  <p:tag name="KSO_WM_SLIDE_INDEX" val="8"/>
  <p:tag name="KSO_WM_TAG_VERSION" val="1.0"/>
  <p:tag name="KSO_WM_BEAUTIFY_FLAG" val="#wm#"/>
  <p:tag name="KSO_WM_TEMPLATE_CATEGORY" val="custom"/>
  <p:tag name="KSO_WM_TEMPLATE_INDEX" val="20230314"/>
  <p:tag name="KSO_WM_SLIDE_TYPE" val="text"/>
  <p:tag name="KSO_WM_SLIDE_SUBTYPE" val="pureTxt"/>
  <p:tag name="KSO_WM_SLIDE_SIZE" val="863*460"/>
  <p:tag name="KSO_WM_SLIDE_POSITION" val="47*31"/>
  <p:tag name="KSO_WM_SLIDE_LAYOUT" val="a_f"/>
  <p:tag name="KSO_WM_SLIDE_LAYOUT_CNT" val="1_1"/>
  <p:tag name="KSO_WM_SPECIAL_SOURCE" val="bdnull"/>
  <p:tag name="KSO_WM_SLIDE_LAYOUT_NAME" val="标题和内容"/>
</p:tagLst>
</file>

<file path=ppt/tags/tag112.xml><?xml version="1.0" encoding="utf-8"?>
<p:tagLst xmlns:p="http://schemas.openxmlformats.org/presentationml/2006/main">
  <p:tag name="KSO_WM_SLIDE_ID" val="custom20230314_8"/>
  <p:tag name="KSO_WM_TEMPLATE_SUBCATEGORY" val="29"/>
  <p:tag name="KSO_WM_TEMPLATE_MASTER_TYPE" val="0"/>
  <p:tag name="KSO_WM_TEMPLATE_COLOR_TYPE" val="0"/>
  <p:tag name="KSO_WM_SLIDE_ITEM_CNT" val="0"/>
  <p:tag name="KSO_WM_SLIDE_INDEX" val="8"/>
  <p:tag name="KSO_WM_TAG_VERSION" val="1.0"/>
  <p:tag name="KSO_WM_BEAUTIFY_FLAG" val="#wm#"/>
  <p:tag name="KSO_WM_TEMPLATE_CATEGORY" val="custom"/>
  <p:tag name="KSO_WM_TEMPLATE_INDEX" val="20230314"/>
  <p:tag name="KSO_WM_SLIDE_TYPE" val="text"/>
  <p:tag name="KSO_WM_SLIDE_SUBTYPE" val="pureTxt"/>
  <p:tag name="KSO_WM_SLIDE_SIZE" val="863*460"/>
  <p:tag name="KSO_WM_SLIDE_POSITION" val="47*31"/>
  <p:tag name="KSO_WM_SLIDE_LAYOUT" val="a_f"/>
  <p:tag name="KSO_WM_SLIDE_LAYOUT_CNT" val="1_1"/>
  <p:tag name="KSO_WM_SPECIAL_SOURCE" val="bdnull"/>
  <p:tag name="KSO_WM_SLIDE_LAYOUT_NAME" val="标题和内容"/>
</p:tagLst>
</file>

<file path=ppt/tags/tag113.xml><?xml version="1.0" encoding="utf-8"?>
<p:tagLst xmlns:p="http://schemas.openxmlformats.org/presentationml/2006/main">
  <p:tag name="KSO_WM_SLIDE_ID" val="custom20230314_8"/>
  <p:tag name="KSO_WM_TEMPLATE_SUBCATEGORY" val="29"/>
  <p:tag name="KSO_WM_TEMPLATE_MASTER_TYPE" val="0"/>
  <p:tag name="KSO_WM_TEMPLATE_COLOR_TYPE" val="0"/>
  <p:tag name="KSO_WM_SLIDE_ITEM_CNT" val="0"/>
  <p:tag name="KSO_WM_SLIDE_INDEX" val="8"/>
  <p:tag name="KSO_WM_TAG_VERSION" val="1.0"/>
  <p:tag name="KSO_WM_BEAUTIFY_FLAG" val="#wm#"/>
  <p:tag name="KSO_WM_TEMPLATE_CATEGORY" val="custom"/>
  <p:tag name="KSO_WM_TEMPLATE_INDEX" val="20230314"/>
  <p:tag name="KSO_WM_SLIDE_TYPE" val="text"/>
  <p:tag name="KSO_WM_SLIDE_SUBTYPE" val="pureTxt"/>
  <p:tag name="KSO_WM_SLIDE_SIZE" val="863*460"/>
  <p:tag name="KSO_WM_SLIDE_POSITION" val="47*31"/>
  <p:tag name="KSO_WM_SLIDE_LAYOUT" val="a_f"/>
  <p:tag name="KSO_WM_SLIDE_LAYOUT_CNT" val="1_1"/>
  <p:tag name="KSO_WM_SPECIAL_SOURCE" val="bdnull"/>
  <p:tag name="KSO_WM_SLIDE_LAYOUT_NAME" val="标题和内容"/>
</p:tagLst>
</file>

<file path=ppt/tags/tag114.xml><?xml version="1.0" encoding="utf-8"?>
<p:tagLst xmlns:p="http://schemas.openxmlformats.org/presentationml/2006/main">
  <p:tag name="KSO_WM_SLIDE_ID" val="custom20230314_8"/>
  <p:tag name="KSO_WM_TEMPLATE_SUBCATEGORY" val="29"/>
  <p:tag name="KSO_WM_TEMPLATE_MASTER_TYPE" val="0"/>
  <p:tag name="KSO_WM_TEMPLATE_COLOR_TYPE" val="0"/>
  <p:tag name="KSO_WM_SLIDE_ITEM_CNT" val="0"/>
  <p:tag name="KSO_WM_SLIDE_INDEX" val="8"/>
  <p:tag name="KSO_WM_TAG_VERSION" val="1.0"/>
  <p:tag name="KSO_WM_BEAUTIFY_FLAG" val="#wm#"/>
  <p:tag name="KSO_WM_TEMPLATE_CATEGORY" val="custom"/>
  <p:tag name="KSO_WM_TEMPLATE_INDEX" val="20230314"/>
  <p:tag name="KSO_WM_SLIDE_TYPE" val="text"/>
  <p:tag name="KSO_WM_SLIDE_SUBTYPE" val="pureTxt"/>
  <p:tag name="KSO_WM_SLIDE_SIZE" val="863*460"/>
  <p:tag name="KSO_WM_SLIDE_POSITION" val="47*31"/>
  <p:tag name="KSO_WM_SLIDE_LAYOUT" val="a_f"/>
  <p:tag name="KSO_WM_SLIDE_LAYOUT_CNT" val="1_1"/>
  <p:tag name="KSO_WM_SPECIAL_SOURCE" val="bdnull"/>
  <p:tag name="KSO_WM_SLIDE_LAYOUT_NAME" val="标题和内容"/>
</p:tagLst>
</file>

<file path=ppt/tags/tag115.xml><?xml version="1.0" encoding="utf-8"?>
<p:tagLst xmlns:p="http://schemas.openxmlformats.org/presentationml/2006/main">
  <p:tag name="KSO_WM_SLIDE_ID" val="custom20230314_8"/>
  <p:tag name="KSO_WM_TEMPLATE_SUBCATEGORY" val="29"/>
  <p:tag name="KSO_WM_TEMPLATE_MASTER_TYPE" val="0"/>
  <p:tag name="KSO_WM_TEMPLATE_COLOR_TYPE" val="0"/>
  <p:tag name="KSO_WM_SLIDE_ITEM_CNT" val="0"/>
  <p:tag name="KSO_WM_SLIDE_INDEX" val="8"/>
  <p:tag name="KSO_WM_TAG_VERSION" val="1.0"/>
  <p:tag name="KSO_WM_BEAUTIFY_FLAG" val="#wm#"/>
  <p:tag name="KSO_WM_TEMPLATE_CATEGORY" val="custom"/>
  <p:tag name="KSO_WM_TEMPLATE_INDEX" val="20230314"/>
  <p:tag name="KSO_WM_SLIDE_TYPE" val="text"/>
  <p:tag name="KSO_WM_SLIDE_SUBTYPE" val="pureTxt"/>
  <p:tag name="KSO_WM_SLIDE_SIZE" val="863*460"/>
  <p:tag name="KSO_WM_SLIDE_POSITION" val="47*31"/>
  <p:tag name="KSO_WM_SLIDE_LAYOUT" val="a_f"/>
  <p:tag name="KSO_WM_SLIDE_LAYOUT_CNT" val="1_1"/>
  <p:tag name="KSO_WM_SPECIAL_SOURCE" val="bdnull"/>
  <p:tag name="KSO_WM_SLIDE_LAYOUT_NAME" val="标题和内容"/>
</p:tagLst>
</file>

<file path=ppt/tags/tag116.xml><?xml version="1.0" encoding="utf-8"?>
<p:tagLst xmlns:p="http://schemas.openxmlformats.org/presentationml/2006/main">
  <p:tag name="KSO_WM_SLIDE_ID" val="custom20230314_8"/>
  <p:tag name="KSO_WM_TEMPLATE_SUBCATEGORY" val="29"/>
  <p:tag name="KSO_WM_TEMPLATE_MASTER_TYPE" val="0"/>
  <p:tag name="KSO_WM_TEMPLATE_COLOR_TYPE" val="0"/>
  <p:tag name="KSO_WM_SLIDE_ITEM_CNT" val="0"/>
  <p:tag name="KSO_WM_SLIDE_INDEX" val="8"/>
  <p:tag name="KSO_WM_TAG_VERSION" val="1.0"/>
  <p:tag name="KSO_WM_BEAUTIFY_FLAG" val="#wm#"/>
  <p:tag name="KSO_WM_TEMPLATE_CATEGORY" val="custom"/>
  <p:tag name="KSO_WM_TEMPLATE_INDEX" val="20230314"/>
  <p:tag name="KSO_WM_SLIDE_TYPE" val="text"/>
  <p:tag name="KSO_WM_SLIDE_SUBTYPE" val="pureTxt"/>
  <p:tag name="KSO_WM_SLIDE_SIZE" val="863*460"/>
  <p:tag name="KSO_WM_SLIDE_POSITION" val="47*31"/>
  <p:tag name="KSO_WM_SLIDE_LAYOUT" val="a_f"/>
  <p:tag name="KSO_WM_SLIDE_LAYOUT_CNT" val="1_1"/>
  <p:tag name="KSO_WM_SPECIAL_SOURCE" val="bdnull"/>
  <p:tag name="KSO_WM_SLIDE_LAYOUT_NAME" val="标题和内容"/>
</p:tagLst>
</file>

<file path=ppt/tags/tag117.xml><?xml version="1.0" encoding="utf-8"?>
<p:tagLst xmlns:p="http://schemas.openxmlformats.org/presentationml/2006/main">
  <p:tag name="KSO_WM_SLIDE_ID" val="custom20230314_8"/>
  <p:tag name="KSO_WM_TEMPLATE_SUBCATEGORY" val="29"/>
  <p:tag name="KSO_WM_TEMPLATE_MASTER_TYPE" val="0"/>
  <p:tag name="KSO_WM_TEMPLATE_COLOR_TYPE" val="0"/>
  <p:tag name="KSO_WM_SLIDE_ITEM_CNT" val="0"/>
  <p:tag name="KSO_WM_SLIDE_INDEX" val="8"/>
  <p:tag name="KSO_WM_TAG_VERSION" val="1.0"/>
  <p:tag name="KSO_WM_BEAUTIFY_FLAG" val="#wm#"/>
  <p:tag name="KSO_WM_TEMPLATE_CATEGORY" val="custom"/>
  <p:tag name="KSO_WM_TEMPLATE_INDEX" val="20230314"/>
  <p:tag name="KSO_WM_SLIDE_TYPE" val="text"/>
  <p:tag name="KSO_WM_SLIDE_SUBTYPE" val="pureTxt"/>
  <p:tag name="KSO_WM_SLIDE_SIZE" val="863*460"/>
  <p:tag name="KSO_WM_SLIDE_POSITION" val="47*31"/>
  <p:tag name="KSO_WM_SLIDE_LAYOUT" val="a_f"/>
  <p:tag name="KSO_WM_SLIDE_LAYOUT_CNT" val="1_1"/>
  <p:tag name="KSO_WM_SPECIAL_SOURCE" val="bdnull"/>
  <p:tag name="KSO_WM_SLIDE_LAYOUT_NAME" val="标题和内容"/>
</p:tagLst>
</file>

<file path=ppt/tags/tag118.xml><?xml version="1.0" encoding="utf-8"?>
<p:tagLst xmlns:p="http://schemas.openxmlformats.org/presentationml/2006/main">
  <p:tag name="KSO_WM_SLIDE_ID" val="custom20230314_8"/>
  <p:tag name="KSO_WM_TEMPLATE_SUBCATEGORY" val="29"/>
  <p:tag name="KSO_WM_TEMPLATE_MASTER_TYPE" val="0"/>
  <p:tag name="KSO_WM_TEMPLATE_COLOR_TYPE" val="0"/>
  <p:tag name="KSO_WM_SLIDE_ITEM_CNT" val="0"/>
  <p:tag name="KSO_WM_SLIDE_INDEX" val="8"/>
  <p:tag name="KSO_WM_TAG_VERSION" val="1.0"/>
  <p:tag name="KSO_WM_BEAUTIFY_FLAG" val="#wm#"/>
  <p:tag name="KSO_WM_TEMPLATE_CATEGORY" val="custom"/>
  <p:tag name="KSO_WM_TEMPLATE_INDEX" val="20230314"/>
  <p:tag name="KSO_WM_SLIDE_TYPE" val="text"/>
  <p:tag name="KSO_WM_SLIDE_SUBTYPE" val="pureTxt"/>
  <p:tag name="KSO_WM_SLIDE_SIZE" val="863*460"/>
  <p:tag name="KSO_WM_SLIDE_POSITION" val="47*31"/>
  <p:tag name="KSO_WM_SLIDE_LAYOUT" val="a_f"/>
  <p:tag name="KSO_WM_SLIDE_LAYOUT_CNT" val="1_1"/>
  <p:tag name="KSO_WM_SPECIAL_SOURCE" val="bdnull"/>
  <p:tag name="KSO_WM_SLIDE_LAYOUT_NAME" val="标题和内容"/>
</p:tagLst>
</file>

<file path=ppt/tags/tag119.xml><?xml version="1.0" encoding="utf-8"?>
<p:tagLst xmlns:p="http://schemas.openxmlformats.org/presentationml/2006/main">
  <p:tag name="KSO_WM_SLIDE_ID" val="custom20230314_8"/>
  <p:tag name="KSO_WM_TEMPLATE_SUBCATEGORY" val="29"/>
  <p:tag name="KSO_WM_TEMPLATE_MASTER_TYPE" val="0"/>
  <p:tag name="KSO_WM_TEMPLATE_COLOR_TYPE" val="0"/>
  <p:tag name="KSO_WM_SLIDE_ITEM_CNT" val="0"/>
  <p:tag name="KSO_WM_SLIDE_INDEX" val="8"/>
  <p:tag name="KSO_WM_TAG_VERSION" val="1.0"/>
  <p:tag name="KSO_WM_BEAUTIFY_FLAG" val="#wm#"/>
  <p:tag name="KSO_WM_TEMPLATE_CATEGORY" val="custom"/>
  <p:tag name="KSO_WM_TEMPLATE_INDEX" val="20230314"/>
  <p:tag name="KSO_WM_SLIDE_TYPE" val="text"/>
  <p:tag name="KSO_WM_SLIDE_SUBTYPE" val="pureTxt"/>
  <p:tag name="KSO_WM_SLIDE_SIZE" val="863*460"/>
  <p:tag name="KSO_WM_SLIDE_POSITION" val="47*31"/>
  <p:tag name="KSO_WM_SLIDE_LAYOUT" val="a_f"/>
  <p:tag name="KSO_WM_SLIDE_LAYOUT_CNT" val="1_1"/>
  <p:tag name="KSO_WM_SPECIAL_SOURCE" val="bdnull"/>
  <p:tag name="KSO_WM_SLIDE_LAYOUT_NAME" val="标题和内容"/>
</p:tagLst>
</file>

<file path=ppt/tags/tag120.xml><?xml version="1.0" encoding="utf-8"?>
<p:tagLst xmlns:p="http://schemas.openxmlformats.org/presentationml/2006/main">
  <p:tag name="KSO_WM_SLIDE_ID" val="custom20230314_8"/>
  <p:tag name="KSO_WM_TEMPLATE_SUBCATEGORY" val="29"/>
  <p:tag name="KSO_WM_TEMPLATE_MASTER_TYPE" val="0"/>
  <p:tag name="KSO_WM_TEMPLATE_COLOR_TYPE" val="0"/>
  <p:tag name="KSO_WM_SLIDE_ITEM_CNT" val="0"/>
  <p:tag name="KSO_WM_SLIDE_INDEX" val="8"/>
  <p:tag name="KSO_WM_TAG_VERSION" val="1.0"/>
  <p:tag name="KSO_WM_BEAUTIFY_FLAG" val="#wm#"/>
  <p:tag name="KSO_WM_TEMPLATE_CATEGORY" val="custom"/>
  <p:tag name="KSO_WM_TEMPLATE_INDEX" val="20230314"/>
  <p:tag name="KSO_WM_SLIDE_TYPE" val="text"/>
  <p:tag name="KSO_WM_SLIDE_SUBTYPE" val="pureTxt"/>
  <p:tag name="KSO_WM_SLIDE_SIZE" val="863*460"/>
  <p:tag name="KSO_WM_SLIDE_POSITION" val="47*31"/>
  <p:tag name="KSO_WM_SLIDE_LAYOUT" val="a_f"/>
  <p:tag name="KSO_WM_SLIDE_LAYOUT_CNT" val="1_1"/>
  <p:tag name="KSO_WM_SPECIAL_SOURCE" val="bdnull"/>
  <p:tag name="KSO_WM_SLIDE_LAYOUT_NAME" val="标题和内容"/>
</p:tagLst>
</file>

<file path=ppt/tags/tag121.xml><?xml version="1.0" encoding="utf-8"?>
<p:tagLst xmlns:p="http://schemas.openxmlformats.org/presentationml/2006/main">
  <p:tag name="KSO_WM_SLIDE_ID" val="custom20230314_8"/>
  <p:tag name="KSO_WM_TEMPLATE_SUBCATEGORY" val="29"/>
  <p:tag name="KSO_WM_TEMPLATE_MASTER_TYPE" val="0"/>
  <p:tag name="KSO_WM_TEMPLATE_COLOR_TYPE" val="0"/>
  <p:tag name="KSO_WM_SLIDE_ITEM_CNT" val="0"/>
  <p:tag name="KSO_WM_SLIDE_INDEX" val="8"/>
  <p:tag name="KSO_WM_TAG_VERSION" val="1.0"/>
  <p:tag name="KSO_WM_BEAUTIFY_FLAG" val="#wm#"/>
  <p:tag name="KSO_WM_TEMPLATE_CATEGORY" val="custom"/>
  <p:tag name="KSO_WM_TEMPLATE_INDEX" val="20230314"/>
  <p:tag name="KSO_WM_SLIDE_TYPE" val="text"/>
  <p:tag name="KSO_WM_SLIDE_SUBTYPE" val="pureTxt"/>
  <p:tag name="KSO_WM_SLIDE_SIZE" val="863*460"/>
  <p:tag name="KSO_WM_SLIDE_POSITION" val="47*31"/>
  <p:tag name="KSO_WM_SLIDE_LAYOUT" val="a_f"/>
  <p:tag name="KSO_WM_SLIDE_LAYOUT_CNT" val="1_1"/>
  <p:tag name="KSO_WM_SPECIAL_SOURCE" val="bdnull"/>
  <p:tag name="KSO_WM_SLIDE_LAYOUT_NAME" val="标题和内容"/>
</p:tagLst>
</file>

<file path=ppt/tags/tag122.xml><?xml version="1.0" encoding="utf-8"?>
<p:tagLst xmlns:p="http://schemas.openxmlformats.org/presentationml/2006/main">
  <p:tag name="KSO_WM_SLIDE_ID" val="custom20230314_8"/>
  <p:tag name="KSO_WM_TEMPLATE_SUBCATEGORY" val="29"/>
  <p:tag name="KSO_WM_TEMPLATE_MASTER_TYPE" val="0"/>
  <p:tag name="KSO_WM_TEMPLATE_COLOR_TYPE" val="0"/>
  <p:tag name="KSO_WM_SLIDE_ITEM_CNT" val="0"/>
  <p:tag name="KSO_WM_SLIDE_INDEX" val="8"/>
  <p:tag name="KSO_WM_TAG_VERSION" val="1.0"/>
  <p:tag name="KSO_WM_BEAUTIFY_FLAG" val="#wm#"/>
  <p:tag name="KSO_WM_TEMPLATE_CATEGORY" val="custom"/>
  <p:tag name="KSO_WM_TEMPLATE_INDEX" val="20230314"/>
  <p:tag name="KSO_WM_SLIDE_TYPE" val="text"/>
  <p:tag name="KSO_WM_SLIDE_SUBTYPE" val="pureTxt"/>
  <p:tag name="KSO_WM_SLIDE_SIZE" val="863*460"/>
  <p:tag name="KSO_WM_SLIDE_POSITION" val="47*31"/>
  <p:tag name="KSO_WM_SLIDE_LAYOUT" val="a_f"/>
  <p:tag name="KSO_WM_SLIDE_LAYOUT_CNT" val="1_1"/>
  <p:tag name="KSO_WM_SPECIAL_SOURCE" val="bdnull"/>
  <p:tag name="KSO_WM_SLIDE_LAYOUT_NAME" val="标题和内容"/>
</p:tagLst>
</file>

<file path=ppt/tags/tag123.xml><?xml version="1.0" encoding="utf-8"?>
<p:tagLst xmlns:p="http://schemas.openxmlformats.org/presentationml/2006/main">
  <p:tag name="KSO_WM_SLIDE_ID" val="custom20230314_8"/>
  <p:tag name="KSO_WM_TEMPLATE_SUBCATEGORY" val="29"/>
  <p:tag name="KSO_WM_TEMPLATE_MASTER_TYPE" val="0"/>
  <p:tag name="KSO_WM_TEMPLATE_COLOR_TYPE" val="0"/>
  <p:tag name="KSO_WM_SLIDE_ITEM_CNT" val="0"/>
  <p:tag name="KSO_WM_SLIDE_INDEX" val="8"/>
  <p:tag name="KSO_WM_TAG_VERSION" val="1.0"/>
  <p:tag name="KSO_WM_BEAUTIFY_FLAG" val="#wm#"/>
  <p:tag name="KSO_WM_TEMPLATE_CATEGORY" val="custom"/>
  <p:tag name="KSO_WM_TEMPLATE_INDEX" val="20230314"/>
  <p:tag name="KSO_WM_SLIDE_TYPE" val="text"/>
  <p:tag name="KSO_WM_SLIDE_SUBTYPE" val="pureTxt"/>
  <p:tag name="KSO_WM_SLIDE_SIZE" val="863*460"/>
  <p:tag name="KSO_WM_SLIDE_POSITION" val="47*31"/>
  <p:tag name="KSO_WM_SLIDE_LAYOUT" val="a_f"/>
  <p:tag name="KSO_WM_SLIDE_LAYOUT_CNT" val="1_1"/>
  <p:tag name="KSO_WM_SPECIAL_SOURCE" val="bdnull"/>
  <p:tag name="KSO_WM_SLIDE_LAYOUT_NAME" val="标题和内容"/>
</p:tagLst>
</file>

<file path=ppt/tags/tag124.xml><?xml version="1.0" encoding="utf-8"?>
<p:tagLst xmlns:p="http://schemas.openxmlformats.org/presentationml/2006/main">
  <p:tag name="KSO_WM_SLIDE_ID" val="custom20230314_8"/>
  <p:tag name="KSO_WM_TEMPLATE_SUBCATEGORY" val="29"/>
  <p:tag name="KSO_WM_TEMPLATE_MASTER_TYPE" val="0"/>
  <p:tag name="KSO_WM_TEMPLATE_COLOR_TYPE" val="0"/>
  <p:tag name="KSO_WM_SLIDE_ITEM_CNT" val="0"/>
  <p:tag name="KSO_WM_SLIDE_INDEX" val="8"/>
  <p:tag name="KSO_WM_TAG_VERSION" val="1.0"/>
  <p:tag name="KSO_WM_BEAUTIFY_FLAG" val="#wm#"/>
  <p:tag name="KSO_WM_TEMPLATE_CATEGORY" val="custom"/>
  <p:tag name="KSO_WM_TEMPLATE_INDEX" val="20230314"/>
  <p:tag name="KSO_WM_SLIDE_TYPE" val="text"/>
  <p:tag name="KSO_WM_SLIDE_SUBTYPE" val="pureTxt"/>
  <p:tag name="KSO_WM_SLIDE_SIZE" val="863*460"/>
  <p:tag name="KSO_WM_SLIDE_POSITION" val="47*31"/>
  <p:tag name="KSO_WM_SLIDE_LAYOUT" val="a_f"/>
  <p:tag name="KSO_WM_SLIDE_LAYOUT_CNT" val="1_1"/>
  <p:tag name="KSO_WM_SPECIAL_SOURCE" val="bdnull"/>
  <p:tag name="KSO_WM_SLIDE_LAYOUT_NAME" val="标题和内容"/>
</p:tagLst>
</file>

<file path=ppt/tags/tag125.xml><?xml version="1.0" encoding="utf-8"?>
<p:tagLst xmlns:p="http://schemas.openxmlformats.org/presentationml/2006/main">
  <p:tag name="KSO_WM_SLIDE_ID" val="custom20230314_8"/>
  <p:tag name="KSO_WM_TEMPLATE_SUBCATEGORY" val="29"/>
  <p:tag name="KSO_WM_TEMPLATE_MASTER_TYPE" val="0"/>
  <p:tag name="KSO_WM_TEMPLATE_COLOR_TYPE" val="0"/>
  <p:tag name="KSO_WM_SLIDE_ITEM_CNT" val="0"/>
  <p:tag name="KSO_WM_SLIDE_INDEX" val="8"/>
  <p:tag name="KSO_WM_TAG_VERSION" val="1.0"/>
  <p:tag name="KSO_WM_BEAUTIFY_FLAG" val="#wm#"/>
  <p:tag name="KSO_WM_TEMPLATE_CATEGORY" val="custom"/>
  <p:tag name="KSO_WM_TEMPLATE_INDEX" val="20230314"/>
  <p:tag name="KSO_WM_SLIDE_TYPE" val="text"/>
  <p:tag name="KSO_WM_SLIDE_SUBTYPE" val="pureTxt"/>
  <p:tag name="KSO_WM_SLIDE_SIZE" val="863*460"/>
  <p:tag name="KSO_WM_SLIDE_POSITION" val="47*31"/>
  <p:tag name="KSO_WM_SLIDE_LAYOUT" val="a_f"/>
  <p:tag name="KSO_WM_SLIDE_LAYOUT_CNT" val="1_1"/>
  <p:tag name="KSO_WM_SPECIAL_SOURCE" val="bdnull"/>
  <p:tag name="KSO_WM_SLIDE_LAYOUT_NAME" val="标题和内容"/>
</p:tagLst>
</file>

<file path=ppt/tags/tag126.xml><?xml version="1.0" encoding="utf-8"?>
<p:tagLst xmlns:p="http://schemas.openxmlformats.org/presentationml/2006/main">
  <p:tag name="KSO_WM_SLIDE_ID" val="custom20230314_8"/>
  <p:tag name="KSO_WM_TEMPLATE_SUBCATEGORY" val="29"/>
  <p:tag name="KSO_WM_TEMPLATE_MASTER_TYPE" val="0"/>
  <p:tag name="KSO_WM_TEMPLATE_COLOR_TYPE" val="0"/>
  <p:tag name="KSO_WM_SLIDE_ITEM_CNT" val="0"/>
  <p:tag name="KSO_WM_SLIDE_INDEX" val="8"/>
  <p:tag name="KSO_WM_TAG_VERSION" val="1.0"/>
  <p:tag name="KSO_WM_BEAUTIFY_FLAG" val="#wm#"/>
  <p:tag name="KSO_WM_TEMPLATE_CATEGORY" val="custom"/>
  <p:tag name="KSO_WM_TEMPLATE_INDEX" val="20230314"/>
  <p:tag name="KSO_WM_SLIDE_TYPE" val="text"/>
  <p:tag name="KSO_WM_SLIDE_SUBTYPE" val="pureTxt"/>
  <p:tag name="KSO_WM_SLIDE_SIZE" val="863*460"/>
  <p:tag name="KSO_WM_SLIDE_POSITION" val="47*31"/>
  <p:tag name="KSO_WM_SLIDE_LAYOUT" val="a_f"/>
  <p:tag name="KSO_WM_SLIDE_LAYOUT_CNT" val="1_1"/>
  <p:tag name="KSO_WM_SPECIAL_SOURCE" val="bdnull"/>
  <p:tag name="KSO_WM_SLIDE_LAYOUT_NAME" val="标题和内容"/>
</p:tagLst>
</file>

<file path=ppt/tags/tag127.xml><?xml version="1.0" encoding="utf-8"?>
<p:tagLst xmlns:p="http://schemas.openxmlformats.org/presentationml/2006/main">
  <p:tag name="KSO_WM_SLIDE_ID" val="custom20230314_8"/>
  <p:tag name="KSO_WM_TEMPLATE_SUBCATEGORY" val="29"/>
  <p:tag name="KSO_WM_TEMPLATE_MASTER_TYPE" val="0"/>
  <p:tag name="KSO_WM_TEMPLATE_COLOR_TYPE" val="0"/>
  <p:tag name="KSO_WM_SLIDE_ITEM_CNT" val="0"/>
  <p:tag name="KSO_WM_SLIDE_INDEX" val="8"/>
  <p:tag name="KSO_WM_TAG_VERSION" val="1.0"/>
  <p:tag name="KSO_WM_BEAUTIFY_FLAG" val="#wm#"/>
  <p:tag name="KSO_WM_TEMPLATE_CATEGORY" val="custom"/>
  <p:tag name="KSO_WM_TEMPLATE_INDEX" val="20230314"/>
  <p:tag name="KSO_WM_SLIDE_TYPE" val="text"/>
  <p:tag name="KSO_WM_SLIDE_SUBTYPE" val="pureTxt"/>
  <p:tag name="KSO_WM_SLIDE_SIZE" val="863*460"/>
  <p:tag name="KSO_WM_SLIDE_POSITION" val="47*31"/>
  <p:tag name="KSO_WM_SLIDE_LAYOUT" val="a_f"/>
  <p:tag name="KSO_WM_SLIDE_LAYOUT_CNT" val="1_1"/>
  <p:tag name="KSO_WM_SPECIAL_SOURCE" val="bdnull"/>
  <p:tag name="KSO_WM_SLIDE_LAYOUT_NAME" val="标题和内容"/>
</p:tagLst>
</file>

<file path=ppt/tags/tag128.xml><?xml version="1.0" encoding="utf-8"?>
<p:tagLst xmlns:p="http://schemas.openxmlformats.org/presentationml/2006/main">
  <p:tag name="KSO_WM_SLIDE_ID" val="custom20230314_8"/>
  <p:tag name="KSO_WM_TEMPLATE_SUBCATEGORY" val="29"/>
  <p:tag name="KSO_WM_TEMPLATE_MASTER_TYPE" val="0"/>
  <p:tag name="KSO_WM_TEMPLATE_COLOR_TYPE" val="0"/>
  <p:tag name="KSO_WM_SLIDE_ITEM_CNT" val="0"/>
  <p:tag name="KSO_WM_SLIDE_INDEX" val="8"/>
  <p:tag name="KSO_WM_TAG_VERSION" val="1.0"/>
  <p:tag name="KSO_WM_BEAUTIFY_FLAG" val="#wm#"/>
  <p:tag name="KSO_WM_TEMPLATE_CATEGORY" val="custom"/>
  <p:tag name="KSO_WM_TEMPLATE_INDEX" val="20230314"/>
  <p:tag name="KSO_WM_SLIDE_TYPE" val="text"/>
  <p:tag name="KSO_WM_SLIDE_SUBTYPE" val="pureTxt"/>
  <p:tag name="KSO_WM_SLIDE_SIZE" val="863*460"/>
  <p:tag name="KSO_WM_SLIDE_POSITION" val="47*31"/>
  <p:tag name="KSO_WM_SLIDE_LAYOUT" val="a_f"/>
  <p:tag name="KSO_WM_SLIDE_LAYOUT_CNT" val="1_1"/>
  <p:tag name="KSO_WM_SPECIAL_SOURCE" val="bdnull"/>
  <p:tag name="KSO_WM_SLIDE_LAYOUT_NAME" val="标题和内容"/>
</p:tagLst>
</file>

<file path=ppt/tags/tag129.xml><?xml version="1.0" encoding="utf-8"?>
<p:tagLst xmlns:p="http://schemas.openxmlformats.org/presentationml/2006/main">
  <p:tag name="KSO_WM_SLIDE_ID" val="custom20230314_8"/>
  <p:tag name="KSO_WM_TEMPLATE_SUBCATEGORY" val="29"/>
  <p:tag name="KSO_WM_TEMPLATE_MASTER_TYPE" val="0"/>
  <p:tag name="KSO_WM_TEMPLATE_COLOR_TYPE" val="0"/>
  <p:tag name="KSO_WM_SLIDE_ITEM_CNT" val="0"/>
  <p:tag name="KSO_WM_SLIDE_INDEX" val="8"/>
  <p:tag name="KSO_WM_TAG_VERSION" val="1.0"/>
  <p:tag name="KSO_WM_BEAUTIFY_FLAG" val="#wm#"/>
  <p:tag name="KSO_WM_TEMPLATE_CATEGORY" val="custom"/>
  <p:tag name="KSO_WM_TEMPLATE_INDEX" val="20230314"/>
  <p:tag name="KSO_WM_SLIDE_TYPE" val="text"/>
  <p:tag name="KSO_WM_SLIDE_SUBTYPE" val="pureTxt"/>
  <p:tag name="KSO_WM_SLIDE_SIZE" val="863*460"/>
  <p:tag name="KSO_WM_SLIDE_POSITION" val="47*31"/>
  <p:tag name="KSO_WM_SLIDE_LAYOUT" val="a_f"/>
  <p:tag name="KSO_WM_SLIDE_LAYOUT_CNT" val="1_1"/>
  <p:tag name="KSO_WM_SPECIAL_SOURCE" val="bdnull"/>
  <p:tag name="KSO_WM_SLIDE_LAYOUT_NAME" val="标题和内容"/>
</p:tagLst>
</file>

<file path=ppt/tags/tag130.xml><?xml version="1.0" encoding="utf-8"?>
<p:tagLst xmlns:p="http://schemas.openxmlformats.org/presentationml/2006/main">
  <p:tag name="KSO_WM_SLIDE_ID" val="custom20230314_8"/>
  <p:tag name="KSO_WM_TEMPLATE_SUBCATEGORY" val="29"/>
  <p:tag name="KSO_WM_TEMPLATE_MASTER_TYPE" val="0"/>
  <p:tag name="KSO_WM_TEMPLATE_COLOR_TYPE" val="0"/>
  <p:tag name="KSO_WM_SLIDE_ITEM_CNT" val="0"/>
  <p:tag name="KSO_WM_SLIDE_INDEX" val="8"/>
  <p:tag name="KSO_WM_TAG_VERSION" val="1.0"/>
  <p:tag name="KSO_WM_BEAUTIFY_FLAG" val="#wm#"/>
  <p:tag name="KSO_WM_TEMPLATE_CATEGORY" val="custom"/>
  <p:tag name="KSO_WM_TEMPLATE_INDEX" val="20230314"/>
  <p:tag name="KSO_WM_SLIDE_TYPE" val="text"/>
  <p:tag name="KSO_WM_SLIDE_SUBTYPE" val="pureTxt"/>
  <p:tag name="KSO_WM_SLIDE_SIZE" val="863*460"/>
  <p:tag name="KSO_WM_SLIDE_POSITION" val="47*31"/>
  <p:tag name="KSO_WM_SLIDE_LAYOUT" val="a_f"/>
  <p:tag name="KSO_WM_SLIDE_LAYOUT_CNT" val="1_1"/>
  <p:tag name="KSO_WM_SPECIAL_SOURCE" val="bdnull"/>
  <p:tag name="KSO_WM_SLIDE_LAYOUT_NAME" val="标题和内容"/>
</p:tagLst>
</file>

<file path=ppt/tags/tag131.xml><?xml version="1.0" encoding="utf-8"?>
<p:tagLst xmlns:p="http://schemas.openxmlformats.org/presentationml/2006/main">
  <p:tag name="KSO_WM_SLIDE_ID" val="custom20230314_8"/>
  <p:tag name="KSO_WM_TEMPLATE_SUBCATEGORY" val="29"/>
  <p:tag name="KSO_WM_TEMPLATE_MASTER_TYPE" val="0"/>
  <p:tag name="KSO_WM_TEMPLATE_COLOR_TYPE" val="0"/>
  <p:tag name="KSO_WM_SLIDE_ITEM_CNT" val="0"/>
  <p:tag name="KSO_WM_SLIDE_INDEX" val="8"/>
  <p:tag name="KSO_WM_TAG_VERSION" val="1.0"/>
  <p:tag name="KSO_WM_BEAUTIFY_FLAG" val="#wm#"/>
  <p:tag name="KSO_WM_TEMPLATE_CATEGORY" val="custom"/>
  <p:tag name="KSO_WM_TEMPLATE_INDEX" val="20230314"/>
  <p:tag name="KSO_WM_SLIDE_TYPE" val="text"/>
  <p:tag name="KSO_WM_SLIDE_SUBTYPE" val="pureTxt"/>
  <p:tag name="KSO_WM_SLIDE_SIZE" val="863*460"/>
  <p:tag name="KSO_WM_SLIDE_POSITION" val="47*31"/>
  <p:tag name="KSO_WM_SLIDE_LAYOUT" val="a_f"/>
  <p:tag name="KSO_WM_SLIDE_LAYOUT_CNT" val="1_1"/>
  <p:tag name="KSO_WM_SPECIAL_SOURCE" val="bdnull"/>
  <p:tag name="KSO_WM_SLIDE_LAYOUT_NAME" val="标题和内容"/>
</p:tagLst>
</file>

<file path=ppt/tags/tag132.xml><?xml version="1.0" encoding="utf-8"?>
<p:tagLst xmlns:p="http://schemas.openxmlformats.org/presentationml/2006/main">
  <p:tag name="KSO_WM_SLIDE_ID" val="custom20230314_8"/>
  <p:tag name="KSO_WM_TEMPLATE_SUBCATEGORY" val="29"/>
  <p:tag name="KSO_WM_TEMPLATE_MASTER_TYPE" val="0"/>
  <p:tag name="KSO_WM_TEMPLATE_COLOR_TYPE" val="0"/>
  <p:tag name="KSO_WM_SLIDE_ITEM_CNT" val="0"/>
  <p:tag name="KSO_WM_SLIDE_INDEX" val="8"/>
  <p:tag name="KSO_WM_TAG_VERSION" val="1.0"/>
  <p:tag name="KSO_WM_BEAUTIFY_FLAG" val="#wm#"/>
  <p:tag name="KSO_WM_TEMPLATE_CATEGORY" val="custom"/>
  <p:tag name="KSO_WM_TEMPLATE_INDEX" val="20230314"/>
  <p:tag name="KSO_WM_SLIDE_TYPE" val="text"/>
  <p:tag name="KSO_WM_SLIDE_SUBTYPE" val="pureTxt"/>
  <p:tag name="KSO_WM_SLIDE_SIZE" val="863*460"/>
  <p:tag name="KSO_WM_SLIDE_POSITION" val="47*31"/>
  <p:tag name="KSO_WM_SLIDE_LAYOUT" val="a_f"/>
  <p:tag name="KSO_WM_SLIDE_LAYOUT_CNT" val="1_1"/>
  <p:tag name="KSO_WM_SPECIAL_SOURCE" val="bdnull"/>
  <p:tag name="KSO_WM_SLIDE_LAYOUT_NAME" val="标题和内容"/>
</p:tagLst>
</file>

<file path=ppt/tags/tag133.xml><?xml version="1.0" encoding="utf-8"?>
<p:tagLst xmlns:p="http://schemas.openxmlformats.org/presentationml/2006/main">
  <p:tag name="KSO_WM_SLIDE_ID" val="custom20230314_8"/>
  <p:tag name="KSO_WM_TEMPLATE_SUBCATEGORY" val="29"/>
  <p:tag name="KSO_WM_TEMPLATE_MASTER_TYPE" val="0"/>
  <p:tag name="KSO_WM_TEMPLATE_COLOR_TYPE" val="0"/>
  <p:tag name="KSO_WM_SLIDE_ITEM_CNT" val="0"/>
  <p:tag name="KSO_WM_SLIDE_INDEX" val="8"/>
  <p:tag name="KSO_WM_TAG_VERSION" val="1.0"/>
  <p:tag name="KSO_WM_BEAUTIFY_FLAG" val="#wm#"/>
  <p:tag name="KSO_WM_TEMPLATE_CATEGORY" val="custom"/>
  <p:tag name="KSO_WM_TEMPLATE_INDEX" val="20230314"/>
  <p:tag name="KSO_WM_SLIDE_TYPE" val="text"/>
  <p:tag name="KSO_WM_SLIDE_SUBTYPE" val="pureTxt"/>
  <p:tag name="KSO_WM_SLIDE_SIZE" val="863*460"/>
  <p:tag name="KSO_WM_SLIDE_POSITION" val="47*31"/>
  <p:tag name="KSO_WM_SLIDE_LAYOUT" val="a_f"/>
  <p:tag name="KSO_WM_SLIDE_LAYOUT_CNT" val="1_1"/>
  <p:tag name="KSO_WM_SPECIAL_SOURCE" val="bdnull"/>
  <p:tag name="KSO_WM_SLIDE_LAYOUT_NAME" val="标题和内容"/>
</p:tagLst>
</file>

<file path=ppt/tags/tag134.xml><?xml version="1.0" encoding="utf-8"?>
<p:tagLst xmlns:p="http://schemas.openxmlformats.org/presentationml/2006/main">
  <p:tag name="KSO_WM_SLIDE_ID" val="custom20230314_8"/>
  <p:tag name="KSO_WM_TEMPLATE_SUBCATEGORY" val="29"/>
  <p:tag name="KSO_WM_TEMPLATE_MASTER_TYPE" val="0"/>
  <p:tag name="KSO_WM_TEMPLATE_COLOR_TYPE" val="0"/>
  <p:tag name="KSO_WM_SLIDE_ITEM_CNT" val="0"/>
  <p:tag name="KSO_WM_SLIDE_INDEX" val="8"/>
  <p:tag name="KSO_WM_TAG_VERSION" val="1.0"/>
  <p:tag name="KSO_WM_BEAUTIFY_FLAG" val="#wm#"/>
  <p:tag name="KSO_WM_TEMPLATE_CATEGORY" val="custom"/>
  <p:tag name="KSO_WM_TEMPLATE_INDEX" val="20230314"/>
  <p:tag name="KSO_WM_SLIDE_TYPE" val="text"/>
  <p:tag name="KSO_WM_SLIDE_SUBTYPE" val="pureTxt"/>
  <p:tag name="KSO_WM_SLIDE_SIZE" val="863*460"/>
  <p:tag name="KSO_WM_SLIDE_POSITION" val="47*31"/>
  <p:tag name="KSO_WM_SLIDE_LAYOUT" val="a_f"/>
  <p:tag name="KSO_WM_SLIDE_LAYOUT_CNT" val="1_1"/>
  <p:tag name="KSO_WM_SPECIAL_SOURCE" val="bdnull"/>
  <p:tag name="KSO_WM_SLIDE_LAYOUT_NAME" val="标题和内容"/>
</p:tagLst>
</file>

<file path=ppt/tags/tag135.xml><?xml version="1.0" encoding="utf-8"?>
<p:tagLst xmlns:p="http://schemas.openxmlformats.org/presentationml/2006/main">
  <p:tag name="KSO_WM_SLIDE_ID" val="custom20230314_8"/>
  <p:tag name="KSO_WM_TEMPLATE_SUBCATEGORY" val="29"/>
  <p:tag name="KSO_WM_TEMPLATE_MASTER_TYPE" val="0"/>
  <p:tag name="KSO_WM_TEMPLATE_COLOR_TYPE" val="0"/>
  <p:tag name="KSO_WM_SLIDE_ITEM_CNT" val="0"/>
  <p:tag name="KSO_WM_SLIDE_INDEX" val="8"/>
  <p:tag name="KSO_WM_TAG_VERSION" val="1.0"/>
  <p:tag name="KSO_WM_BEAUTIFY_FLAG" val="#wm#"/>
  <p:tag name="KSO_WM_TEMPLATE_CATEGORY" val="custom"/>
  <p:tag name="KSO_WM_TEMPLATE_INDEX" val="20230314"/>
  <p:tag name="KSO_WM_SLIDE_TYPE" val="text"/>
  <p:tag name="KSO_WM_SLIDE_SUBTYPE" val="pureTxt"/>
  <p:tag name="KSO_WM_SLIDE_SIZE" val="863*460"/>
  <p:tag name="KSO_WM_SLIDE_POSITION" val="47*31"/>
  <p:tag name="KSO_WM_SLIDE_LAYOUT" val="a_f"/>
  <p:tag name="KSO_WM_SLIDE_LAYOUT_CNT" val="1_1"/>
  <p:tag name="KSO_WM_SPECIAL_SOURCE" val="bdnull"/>
  <p:tag name="KSO_WM_SLIDE_LAYOUT_NAME" val="标题和内容"/>
</p:tagLst>
</file>

<file path=ppt/tags/tag136.xml><?xml version="1.0" encoding="utf-8"?>
<p:tagLst xmlns:p="http://schemas.openxmlformats.org/presentationml/2006/main">
  <p:tag name="KSO_WM_SLIDE_ID" val="custom20230314_8"/>
  <p:tag name="KSO_WM_TEMPLATE_SUBCATEGORY" val="29"/>
  <p:tag name="KSO_WM_TEMPLATE_MASTER_TYPE" val="0"/>
  <p:tag name="KSO_WM_TEMPLATE_COLOR_TYPE" val="0"/>
  <p:tag name="KSO_WM_SLIDE_ITEM_CNT" val="0"/>
  <p:tag name="KSO_WM_SLIDE_INDEX" val="8"/>
  <p:tag name="KSO_WM_TAG_VERSION" val="1.0"/>
  <p:tag name="KSO_WM_BEAUTIFY_FLAG" val="#wm#"/>
  <p:tag name="KSO_WM_TEMPLATE_CATEGORY" val="custom"/>
  <p:tag name="KSO_WM_TEMPLATE_INDEX" val="20230314"/>
  <p:tag name="KSO_WM_SLIDE_TYPE" val="text"/>
  <p:tag name="KSO_WM_SLIDE_SUBTYPE" val="pureTxt"/>
  <p:tag name="KSO_WM_SLIDE_SIZE" val="863*460"/>
  <p:tag name="KSO_WM_SLIDE_POSITION" val="47*31"/>
  <p:tag name="KSO_WM_SLIDE_LAYOUT" val="a_f"/>
  <p:tag name="KSO_WM_SLIDE_LAYOUT_CNT" val="1_1"/>
  <p:tag name="KSO_WM_SPECIAL_SOURCE" val="bdnull"/>
  <p:tag name="KSO_WM_SLIDE_LAYOUT_NAME" val="标题和内容"/>
</p:tagLst>
</file>

<file path=ppt/tags/tag137.xml><?xml version="1.0" encoding="utf-8"?>
<p:tagLst xmlns:p="http://schemas.openxmlformats.org/presentationml/2006/main">
  <p:tag name="KSO_WM_SLIDE_ID" val="custom20230314_8"/>
  <p:tag name="KSO_WM_TEMPLATE_SUBCATEGORY" val="29"/>
  <p:tag name="KSO_WM_TEMPLATE_MASTER_TYPE" val="0"/>
  <p:tag name="KSO_WM_TEMPLATE_COLOR_TYPE" val="0"/>
  <p:tag name="KSO_WM_SLIDE_ITEM_CNT" val="0"/>
  <p:tag name="KSO_WM_SLIDE_INDEX" val="8"/>
  <p:tag name="KSO_WM_TAG_VERSION" val="1.0"/>
  <p:tag name="KSO_WM_BEAUTIFY_FLAG" val="#wm#"/>
  <p:tag name="KSO_WM_TEMPLATE_CATEGORY" val="custom"/>
  <p:tag name="KSO_WM_TEMPLATE_INDEX" val="20230314"/>
  <p:tag name="KSO_WM_SLIDE_TYPE" val="text"/>
  <p:tag name="KSO_WM_SLIDE_SUBTYPE" val="pureTxt"/>
  <p:tag name="KSO_WM_SLIDE_SIZE" val="863*460"/>
  <p:tag name="KSO_WM_SLIDE_POSITION" val="47*31"/>
  <p:tag name="KSO_WM_SLIDE_LAYOUT" val="a_f"/>
  <p:tag name="KSO_WM_SLIDE_LAYOUT_CNT" val="1_1"/>
  <p:tag name="KSO_WM_SPECIAL_SOURCE" val="bdnull"/>
  <p:tag name="KSO_WM_SLIDE_LAYOUT_NAME" val="标题和内容"/>
</p:tagLst>
</file>

<file path=ppt/tags/tag138.xml><?xml version="1.0" encoding="utf-8"?>
<p:tagLst xmlns:p="http://schemas.openxmlformats.org/presentationml/2006/main">
  <p:tag name="KSO_WM_SLIDE_ID" val="custom20230314_8"/>
  <p:tag name="KSO_WM_TEMPLATE_SUBCATEGORY" val="29"/>
  <p:tag name="KSO_WM_TEMPLATE_MASTER_TYPE" val="0"/>
  <p:tag name="KSO_WM_TEMPLATE_COLOR_TYPE" val="0"/>
  <p:tag name="KSO_WM_SLIDE_ITEM_CNT" val="0"/>
  <p:tag name="KSO_WM_SLIDE_INDEX" val="8"/>
  <p:tag name="KSO_WM_TAG_VERSION" val="1.0"/>
  <p:tag name="KSO_WM_BEAUTIFY_FLAG" val="#wm#"/>
  <p:tag name="KSO_WM_TEMPLATE_CATEGORY" val="custom"/>
  <p:tag name="KSO_WM_TEMPLATE_INDEX" val="20230314"/>
  <p:tag name="KSO_WM_SLIDE_TYPE" val="text"/>
  <p:tag name="KSO_WM_SLIDE_SUBTYPE" val="pureTxt"/>
  <p:tag name="KSO_WM_SLIDE_SIZE" val="863*460"/>
  <p:tag name="KSO_WM_SLIDE_POSITION" val="47*31"/>
  <p:tag name="KSO_WM_SLIDE_LAYOUT" val="a_f"/>
  <p:tag name="KSO_WM_SLIDE_LAYOUT_CNT" val="1_1"/>
  <p:tag name="KSO_WM_SPECIAL_SOURCE" val="bdnull"/>
  <p:tag name="KSO_WM_SLIDE_LAYOUT_NAME" val="标题和内容"/>
</p:tagLst>
</file>

<file path=ppt/tags/tag139.xml><?xml version="1.0" encoding="utf-8"?>
<p:tagLst xmlns:p="http://schemas.openxmlformats.org/presentationml/2006/main">
  <p:tag name="KSO_WM_SLIDE_ID" val="custom20230314_8"/>
  <p:tag name="KSO_WM_TEMPLATE_SUBCATEGORY" val="29"/>
  <p:tag name="KSO_WM_TEMPLATE_MASTER_TYPE" val="0"/>
  <p:tag name="KSO_WM_TEMPLATE_COLOR_TYPE" val="0"/>
  <p:tag name="KSO_WM_SLIDE_ITEM_CNT" val="0"/>
  <p:tag name="KSO_WM_SLIDE_INDEX" val="8"/>
  <p:tag name="KSO_WM_TAG_VERSION" val="1.0"/>
  <p:tag name="KSO_WM_BEAUTIFY_FLAG" val="#wm#"/>
  <p:tag name="KSO_WM_TEMPLATE_CATEGORY" val="custom"/>
  <p:tag name="KSO_WM_TEMPLATE_INDEX" val="20230314"/>
  <p:tag name="KSO_WM_SLIDE_TYPE" val="text"/>
  <p:tag name="KSO_WM_SLIDE_SUBTYPE" val="pureTxt"/>
  <p:tag name="KSO_WM_SLIDE_SIZE" val="863*460"/>
  <p:tag name="KSO_WM_SLIDE_POSITION" val="47*31"/>
  <p:tag name="KSO_WM_SLIDE_LAYOUT" val="a_f"/>
  <p:tag name="KSO_WM_SLIDE_LAYOUT_CNT" val="1_1"/>
  <p:tag name="KSO_WM_SPECIAL_SOURCE" val="bdnull"/>
  <p:tag name="KSO_WM_SLIDE_LAYOUT_NAME" val="标题和内容"/>
</p:tagLst>
</file>

<file path=ppt/tags/tag140.xml><?xml version="1.0" encoding="utf-8"?>
<p:tagLst xmlns:p="http://schemas.openxmlformats.org/presentationml/2006/main">
  <p:tag name="KSO_WM_SLIDE_ID" val="custom20230314_8"/>
  <p:tag name="KSO_WM_TEMPLATE_SUBCATEGORY" val="29"/>
  <p:tag name="KSO_WM_TEMPLATE_MASTER_TYPE" val="0"/>
  <p:tag name="KSO_WM_TEMPLATE_COLOR_TYPE" val="0"/>
  <p:tag name="KSO_WM_SLIDE_ITEM_CNT" val="0"/>
  <p:tag name="KSO_WM_SLIDE_INDEX" val="8"/>
  <p:tag name="KSO_WM_TAG_VERSION" val="1.0"/>
  <p:tag name="KSO_WM_BEAUTIFY_FLAG" val="#wm#"/>
  <p:tag name="KSO_WM_TEMPLATE_CATEGORY" val="custom"/>
  <p:tag name="KSO_WM_TEMPLATE_INDEX" val="20230314"/>
  <p:tag name="KSO_WM_SLIDE_TYPE" val="text"/>
  <p:tag name="KSO_WM_SLIDE_SUBTYPE" val="pureTxt"/>
  <p:tag name="KSO_WM_SLIDE_SIZE" val="863*460"/>
  <p:tag name="KSO_WM_SLIDE_POSITION" val="47*31"/>
  <p:tag name="KSO_WM_SLIDE_LAYOUT" val="a_f"/>
  <p:tag name="KSO_WM_SLIDE_LAYOUT_CNT" val="1_1"/>
  <p:tag name="KSO_WM_SPECIAL_SOURCE" val="bdnull"/>
  <p:tag name="KSO_WM_SLIDE_LAYOUT_NAME" val="标题和内容"/>
</p:tagLst>
</file>

<file path=ppt/tags/tag141.xml><?xml version="1.0" encoding="utf-8"?>
<p:tagLst xmlns:p="http://schemas.openxmlformats.org/presentationml/2006/main">
  <p:tag name="KSO_WM_SLIDE_ID" val="custom20230314_8"/>
  <p:tag name="KSO_WM_TEMPLATE_SUBCATEGORY" val="29"/>
  <p:tag name="KSO_WM_TEMPLATE_MASTER_TYPE" val="0"/>
  <p:tag name="KSO_WM_TEMPLATE_COLOR_TYPE" val="0"/>
  <p:tag name="KSO_WM_SLIDE_ITEM_CNT" val="0"/>
  <p:tag name="KSO_WM_SLIDE_INDEX" val="8"/>
  <p:tag name="KSO_WM_TAG_VERSION" val="1.0"/>
  <p:tag name="KSO_WM_BEAUTIFY_FLAG" val="#wm#"/>
  <p:tag name="KSO_WM_TEMPLATE_CATEGORY" val="custom"/>
  <p:tag name="KSO_WM_TEMPLATE_INDEX" val="20230314"/>
  <p:tag name="KSO_WM_SLIDE_TYPE" val="text"/>
  <p:tag name="KSO_WM_SLIDE_SUBTYPE" val="pureTxt"/>
  <p:tag name="KSO_WM_SLIDE_SIZE" val="863*460"/>
  <p:tag name="KSO_WM_SLIDE_POSITION" val="47*31"/>
  <p:tag name="KSO_WM_SLIDE_LAYOUT" val="a_f"/>
  <p:tag name="KSO_WM_SLIDE_LAYOUT_CNT" val="1_1"/>
  <p:tag name="KSO_WM_SPECIAL_SOURCE" val="bdnull"/>
  <p:tag name="KSO_WM_SLIDE_LAYOUT_NAME" val="标题和内容"/>
</p:tagLst>
</file>

<file path=ppt/tags/tag142.xml><?xml version="1.0" encoding="utf-8"?>
<p:tagLst xmlns:p="http://schemas.openxmlformats.org/presentationml/2006/main">
  <p:tag name="KSO_WM_SLIDE_ID" val="custom20230314_8"/>
  <p:tag name="KSO_WM_TEMPLATE_SUBCATEGORY" val="29"/>
  <p:tag name="KSO_WM_TEMPLATE_MASTER_TYPE" val="0"/>
  <p:tag name="KSO_WM_TEMPLATE_COLOR_TYPE" val="0"/>
  <p:tag name="KSO_WM_SLIDE_ITEM_CNT" val="0"/>
  <p:tag name="KSO_WM_SLIDE_INDEX" val="8"/>
  <p:tag name="KSO_WM_TAG_VERSION" val="1.0"/>
  <p:tag name="KSO_WM_BEAUTIFY_FLAG" val="#wm#"/>
  <p:tag name="KSO_WM_TEMPLATE_CATEGORY" val="custom"/>
  <p:tag name="KSO_WM_TEMPLATE_INDEX" val="20230314"/>
  <p:tag name="KSO_WM_SLIDE_TYPE" val="text"/>
  <p:tag name="KSO_WM_SLIDE_SUBTYPE" val="pureTxt"/>
  <p:tag name="KSO_WM_SLIDE_SIZE" val="863*460"/>
  <p:tag name="KSO_WM_SLIDE_POSITION" val="47*31"/>
  <p:tag name="KSO_WM_SLIDE_LAYOUT" val="a_f"/>
  <p:tag name="KSO_WM_SLIDE_LAYOUT_CNT" val="1_1"/>
  <p:tag name="KSO_WM_SPECIAL_SOURCE" val="bdnull"/>
  <p:tag name="KSO_WM_SLIDE_LAYOUT_NAME" val="标题和内容"/>
</p:tagLst>
</file>

<file path=ppt/tags/tag143.xml><?xml version="1.0" encoding="utf-8"?>
<p:tagLst xmlns:p="http://schemas.openxmlformats.org/presentationml/2006/main">
  <p:tag name="KSO_WM_SLIDE_ID" val="custom20230314_8"/>
  <p:tag name="KSO_WM_TEMPLATE_SUBCATEGORY" val="29"/>
  <p:tag name="KSO_WM_TEMPLATE_MASTER_TYPE" val="0"/>
  <p:tag name="KSO_WM_TEMPLATE_COLOR_TYPE" val="0"/>
  <p:tag name="KSO_WM_SLIDE_ITEM_CNT" val="0"/>
  <p:tag name="KSO_WM_SLIDE_INDEX" val="8"/>
  <p:tag name="KSO_WM_TAG_VERSION" val="1.0"/>
  <p:tag name="KSO_WM_BEAUTIFY_FLAG" val="#wm#"/>
  <p:tag name="KSO_WM_TEMPLATE_CATEGORY" val="custom"/>
  <p:tag name="KSO_WM_TEMPLATE_INDEX" val="20230314"/>
  <p:tag name="KSO_WM_SLIDE_TYPE" val="text"/>
  <p:tag name="KSO_WM_SLIDE_SUBTYPE" val="pureTxt"/>
  <p:tag name="KSO_WM_SLIDE_SIZE" val="863*460"/>
  <p:tag name="KSO_WM_SLIDE_POSITION" val="47*31"/>
  <p:tag name="KSO_WM_SLIDE_LAYOUT" val="a_f"/>
  <p:tag name="KSO_WM_SLIDE_LAYOUT_CNT" val="1_1"/>
  <p:tag name="KSO_WM_SPECIAL_SOURCE" val="bdnull"/>
  <p:tag name="KSO_WM_SLIDE_LAYOUT_NAME" val="标题和内容"/>
</p:tagLst>
</file>

<file path=ppt/tags/tag144.xml><?xml version="1.0" encoding="utf-8"?>
<p:tagLst xmlns:p="http://schemas.openxmlformats.org/presentationml/2006/main">
  <p:tag name="KSO_WM_SLIDE_ID" val="custom20230314_8"/>
  <p:tag name="KSO_WM_TEMPLATE_SUBCATEGORY" val="29"/>
  <p:tag name="KSO_WM_TEMPLATE_MASTER_TYPE" val="0"/>
  <p:tag name="KSO_WM_TEMPLATE_COLOR_TYPE" val="0"/>
  <p:tag name="KSO_WM_SLIDE_ITEM_CNT" val="0"/>
  <p:tag name="KSO_WM_SLIDE_INDEX" val="8"/>
  <p:tag name="KSO_WM_TAG_VERSION" val="1.0"/>
  <p:tag name="KSO_WM_BEAUTIFY_FLAG" val="#wm#"/>
  <p:tag name="KSO_WM_TEMPLATE_CATEGORY" val="custom"/>
  <p:tag name="KSO_WM_TEMPLATE_INDEX" val="20230314"/>
  <p:tag name="KSO_WM_SLIDE_TYPE" val="text"/>
  <p:tag name="KSO_WM_SLIDE_SUBTYPE" val="pureTxt"/>
  <p:tag name="KSO_WM_SLIDE_SIZE" val="863*460"/>
  <p:tag name="KSO_WM_SLIDE_POSITION" val="47*31"/>
  <p:tag name="KSO_WM_SLIDE_LAYOUT" val="a_f"/>
  <p:tag name="KSO_WM_SLIDE_LAYOUT_CNT" val="1_1"/>
  <p:tag name="KSO_WM_SPECIAL_SOURCE" val="bdnull"/>
  <p:tag name="KSO_WM_SLIDE_LAYOUT_NAME" val="标题和内容"/>
</p:tagLst>
</file>

<file path=ppt/tags/tag145.xml><?xml version="1.0" encoding="utf-8"?>
<p:tagLst xmlns:p="http://schemas.openxmlformats.org/presentationml/2006/main">
  <p:tag name="KSO_WM_SLIDE_ID" val="custom20230314_8"/>
  <p:tag name="KSO_WM_TEMPLATE_SUBCATEGORY" val="29"/>
  <p:tag name="KSO_WM_TEMPLATE_MASTER_TYPE" val="0"/>
  <p:tag name="KSO_WM_TEMPLATE_COLOR_TYPE" val="0"/>
  <p:tag name="KSO_WM_SLIDE_ITEM_CNT" val="0"/>
  <p:tag name="KSO_WM_SLIDE_INDEX" val="8"/>
  <p:tag name="KSO_WM_TAG_VERSION" val="1.0"/>
  <p:tag name="KSO_WM_BEAUTIFY_FLAG" val="#wm#"/>
  <p:tag name="KSO_WM_TEMPLATE_CATEGORY" val="custom"/>
  <p:tag name="KSO_WM_TEMPLATE_INDEX" val="20230314"/>
  <p:tag name="KSO_WM_SLIDE_TYPE" val="text"/>
  <p:tag name="KSO_WM_SLIDE_SUBTYPE" val="pureTxt"/>
  <p:tag name="KSO_WM_SLIDE_SIZE" val="863*460"/>
  <p:tag name="KSO_WM_SLIDE_POSITION" val="47*31"/>
  <p:tag name="KSO_WM_SLIDE_LAYOUT" val="a_f"/>
  <p:tag name="KSO_WM_SLIDE_LAYOUT_CNT" val="1_1"/>
  <p:tag name="KSO_WM_SPECIAL_SOURCE" val="bdnull"/>
  <p:tag name="KSO_WM_SLIDE_LAYOUT_NAME" val="标题和内容"/>
</p:tagLst>
</file>

<file path=ppt/tags/tag146.xml><?xml version="1.0" encoding="utf-8"?>
<p:tagLst xmlns:p="http://schemas.openxmlformats.org/presentationml/2006/main">
  <p:tag name="KSO_WM_SLIDE_ID" val="custom20230314_8"/>
  <p:tag name="KSO_WM_TEMPLATE_SUBCATEGORY" val="29"/>
  <p:tag name="KSO_WM_TEMPLATE_MASTER_TYPE" val="0"/>
  <p:tag name="KSO_WM_TEMPLATE_COLOR_TYPE" val="0"/>
  <p:tag name="KSO_WM_SLIDE_ITEM_CNT" val="0"/>
  <p:tag name="KSO_WM_SLIDE_INDEX" val="8"/>
  <p:tag name="KSO_WM_TAG_VERSION" val="1.0"/>
  <p:tag name="KSO_WM_BEAUTIFY_FLAG" val="#wm#"/>
  <p:tag name="KSO_WM_TEMPLATE_CATEGORY" val="custom"/>
  <p:tag name="KSO_WM_TEMPLATE_INDEX" val="20230314"/>
  <p:tag name="KSO_WM_SLIDE_TYPE" val="text"/>
  <p:tag name="KSO_WM_SLIDE_SUBTYPE" val="pureTxt"/>
  <p:tag name="KSO_WM_SLIDE_SIZE" val="863*460"/>
  <p:tag name="KSO_WM_SLIDE_POSITION" val="47*31"/>
  <p:tag name="KSO_WM_SLIDE_LAYOUT" val="a_f"/>
  <p:tag name="KSO_WM_SLIDE_LAYOUT_CNT" val="1_1"/>
  <p:tag name="KSO_WM_SPECIAL_SOURCE" val="bdnull"/>
  <p:tag name="KSO_WM_SLIDE_LAYOUT_NAME" val="标题和内容"/>
</p:tagLst>
</file>

<file path=ppt/tags/tag147.xml><?xml version="1.0" encoding="utf-8"?>
<p:tagLst xmlns:p="http://schemas.openxmlformats.org/presentationml/2006/main">
  <p:tag name="KSO_WM_SLIDE_ID" val="custom20230314_8"/>
  <p:tag name="KSO_WM_TEMPLATE_SUBCATEGORY" val="29"/>
  <p:tag name="KSO_WM_TEMPLATE_MASTER_TYPE" val="0"/>
  <p:tag name="KSO_WM_TEMPLATE_COLOR_TYPE" val="0"/>
  <p:tag name="KSO_WM_SLIDE_ITEM_CNT" val="0"/>
  <p:tag name="KSO_WM_SLIDE_INDEX" val="8"/>
  <p:tag name="KSO_WM_TAG_VERSION" val="1.0"/>
  <p:tag name="KSO_WM_BEAUTIFY_FLAG" val="#wm#"/>
  <p:tag name="KSO_WM_TEMPLATE_CATEGORY" val="custom"/>
  <p:tag name="KSO_WM_TEMPLATE_INDEX" val="20230314"/>
  <p:tag name="KSO_WM_SLIDE_TYPE" val="text"/>
  <p:tag name="KSO_WM_SLIDE_SUBTYPE" val="pureTxt"/>
  <p:tag name="KSO_WM_SLIDE_SIZE" val="863*460"/>
  <p:tag name="KSO_WM_SLIDE_POSITION" val="47*31"/>
  <p:tag name="KSO_WM_SLIDE_LAYOUT" val="a_f"/>
  <p:tag name="KSO_WM_SLIDE_LAYOUT_CNT" val="1_1"/>
  <p:tag name="KSO_WM_SPECIAL_SOURCE" val="bdnull"/>
  <p:tag name="KSO_WM_SLIDE_LAYOUT_NAME" val="标题和内容"/>
</p:tagLst>
</file>

<file path=ppt/tags/tag148.xml><?xml version="1.0" encoding="utf-8"?>
<p:tagLst xmlns:p="http://schemas.openxmlformats.org/presentationml/2006/main">
  <p:tag name="KSO_WM_SLIDE_ID" val="custom20230314_8"/>
  <p:tag name="KSO_WM_TEMPLATE_SUBCATEGORY" val="29"/>
  <p:tag name="KSO_WM_TEMPLATE_MASTER_TYPE" val="0"/>
  <p:tag name="KSO_WM_TEMPLATE_COLOR_TYPE" val="0"/>
  <p:tag name="KSO_WM_SLIDE_ITEM_CNT" val="0"/>
  <p:tag name="KSO_WM_SLIDE_INDEX" val="8"/>
  <p:tag name="KSO_WM_TAG_VERSION" val="1.0"/>
  <p:tag name="KSO_WM_BEAUTIFY_FLAG" val="#wm#"/>
  <p:tag name="KSO_WM_TEMPLATE_CATEGORY" val="custom"/>
  <p:tag name="KSO_WM_TEMPLATE_INDEX" val="20230314"/>
  <p:tag name="KSO_WM_SLIDE_TYPE" val="text"/>
  <p:tag name="KSO_WM_SLIDE_SUBTYPE" val="pureTxt"/>
  <p:tag name="KSO_WM_SLIDE_SIZE" val="863*460"/>
  <p:tag name="KSO_WM_SLIDE_POSITION" val="47*31"/>
  <p:tag name="KSO_WM_SLIDE_LAYOUT" val="a_f"/>
  <p:tag name="KSO_WM_SLIDE_LAYOUT_CNT" val="1_1"/>
  <p:tag name="KSO_WM_SPECIAL_SOURCE" val="bdnull"/>
  <p:tag name="KSO_WM_SLIDE_LAYOUT_NAME" val="标题和内容"/>
</p:tagLst>
</file>

<file path=ppt/tags/tag149.xml><?xml version="1.0" encoding="utf-8"?>
<p:tagLst xmlns:p="http://schemas.openxmlformats.org/presentationml/2006/main">
  <p:tag name="KSO_WM_SLIDE_ID" val="custom20230314_8"/>
  <p:tag name="KSO_WM_TEMPLATE_SUBCATEGORY" val="29"/>
  <p:tag name="KSO_WM_TEMPLATE_MASTER_TYPE" val="0"/>
  <p:tag name="KSO_WM_TEMPLATE_COLOR_TYPE" val="0"/>
  <p:tag name="KSO_WM_SLIDE_ITEM_CNT" val="0"/>
  <p:tag name="KSO_WM_SLIDE_INDEX" val="8"/>
  <p:tag name="KSO_WM_TAG_VERSION" val="1.0"/>
  <p:tag name="KSO_WM_BEAUTIFY_FLAG" val="#wm#"/>
  <p:tag name="KSO_WM_TEMPLATE_CATEGORY" val="custom"/>
  <p:tag name="KSO_WM_TEMPLATE_INDEX" val="20230314"/>
  <p:tag name="KSO_WM_SLIDE_TYPE" val="text"/>
  <p:tag name="KSO_WM_SLIDE_SUBTYPE" val="pureTxt"/>
  <p:tag name="KSO_WM_SLIDE_SIZE" val="863*460"/>
  <p:tag name="KSO_WM_SLIDE_POSITION" val="47*31"/>
  <p:tag name="KSO_WM_SLIDE_LAYOUT" val="a_f"/>
  <p:tag name="KSO_WM_SLIDE_LAYOUT_CNT" val="1_1"/>
  <p:tag name="KSO_WM_SPECIAL_SOURCE" val="bdnull"/>
  <p:tag name="KSO_WM_SLIDE_LAYOUT_NAME" val="标题和内容"/>
</p:tagLst>
</file>

<file path=ppt/tags/tag150.xml><?xml version="1.0" encoding="utf-8"?>
<p:tagLst xmlns:p="http://schemas.openxmlformats.org/presentationml/2006/main">
  <p:tag name="KSO_WM_SLIDE_ID" val="custom20230314_8"/>
  <p:tag name="KSO_WM_TEMPLATE_SUBCATEGORY" val="29"/>
  <p:tag name="KSO_WM_TEMPLATE_MASTER_TYPE" val="0"/>
  <p:tag name="KSO_WM_TEMPLATE_COLOR_TYPE" val="0"/>
  <p:tag name="KSO_WM_SLIDE_ITEM_CNT" val="0"/>
  <p:tag name="KSO_WM_SLIDE_INDEX" val="8"/>
  <p:tag name="KSO_WM_TAG_VERSION" val="1.0"/>
  <p:tag name="KSO_WM_BEAUTIFY_FLAG" val="#wm#"/>
  <p:tag name="KSO_WM_TEMPLATE_CATEGORY" val="custom"/>
  <p:tag name="KSO_WM_TEMPLATE_INDEX" val="20230314"/>
  <p:tag name="KSO_WM_SLIDE_TYPE" val="text"/>
  <p:tag name="KSO_WM_SLIDE_SUBTYPE" val="pureTxt"/>
  <p:tag name="KSO_WM_SLIDE_SIZE" val="863*460"/>
  <p:tag name="KSO_WM_SLIDE_POSITION" val="47*31"/>
  <p:tag name="KSO_WM_SLIDE_LAYOUT" val="a_f"/>
  <p:tag name="KSO_WM_SLIDE_LAYOUT_CNT" val="1_1"/>
  <p:tag name="KSO_WM_SPECIAL_SOURCE" val="bdnull"/>
  <p:tag name="KSO_WM_SLIDE_LAYOUT_NAME" val="标题和内容"/>
</p:tagLst>
</file>

<file path=ppt/tags/tag151.xml><?xml version="1.0" encoding="utf-8"?>
<p:tagLst xmlns:p="http://schemas.openxmlformats.org/presentationml/2006/main">
  <p:tag name="KSO_WM_SLIDE_ID" val="custom20230314_8"/>
  <p:tag name="KSO_WM_TEMPLATE_SUBCATEGORY" val="29"/>
  <p:tag name="KSO_WM_TEMPLATE_MASTER_TYPE" val="0"/>
  <p:tag name="KSO_WM_TEMPLATE_COLOR_TYPE" val="0"/>
  <p:tag name="KSO_WM_SLIDE_ITEM_CNT" val="0"/>
  <p:tag name="KSO_WM_SLIDE_INDEX" val="8"/>
  <p:tag name="KSO_WM_TAG_VERSION" val="1.0"/>
  <p:tag name="KSO_WM_BEAUTIFY_FLAG" val="#wm#"/>
  <p:tag name="KSO_WM_TEMPLATE_CATEGORY" val="custom"/>
  <p:tag name="KSO_WM_TEMPLATE_INDEX" val="20230314"/>
  <p:tag name="KSO_WM_SLIDE_TYPE" val="text"/>
  <p:tag name="KSO_WM_SLIDE_SUBTYPE" val="pureTxt"/>
  <p:tag name="KSO_WM_SLIDE_SIZE" val="863*460"/>
  <p:tag name="KSO_WM_SLIDE_POSITION" val="47*31"/>
  <p:tag name="KSO_WM_SLIDE_LAYOUT" val="a_f"/>
  <p:tag name="KSO_WM_SLIDE_LAYOUT_CNT" val="1_1"/>
  <p:tag name="KSO_WM_SPECIAL_SOURCE" val="bdnull"/>
  <p:tag name="KSO_WM_SLIDE_LAYOUT_NAME" val="标题和内容"/>
</p:tagLst>
</file>

<file path=ppt/tags/tag152.xml><?xml version="1.0" encoding="utf-8"?>
<p:tagLst xmlns:p="http://schemas.openxmlformats.org/presentationml/2006/main">
  <p:tag name="KSO_WM_SLIDE_ID" val="custom20230314_8"/>
  <p:tag name="KSO_WM_TEMPLATE_SUBCATEGORY" val="29"/>
  <p:tag name="KSO_WM_TEMPLATE_MASTER_TYPE" val="0"/>
  <p:tag name="KSO_WM_TEMPLATE_COLOR_TYPE" val="0"/>
  <p:tag name="KSO_WM_SLIDE_ITEM_CNT" val="0"/>
  <p:tag name="KSO_WM_SLIDE_INDEX" val="8"/>
  <p:tag name="KSO_WM_TAG_VERSION" val="1.0"/>
  <p:tag name="KSO_WM_BEAUTIFY_FLAG" val="#wm#"/>
  <p:tag name="KSO_WM_TEMPLATE_CATEGORY" val="custom"/>
  <p:tag name="KSO_WM_TEMPLATE_INDEX" val="20230314"/>
  <p:tag name="KSO_WM_SLIDE_TYPE" val="text"/>
  <p:tag name="KSO_WM_SLIDE_SUBTYPE" val="pureTxt"/>
  <p:tag name="KSO_WM_SLIDE_SIZE" val="863*460"/>
  <p:tag name="KSO_WM_SLIDE_POSITION" val="47*31"/>
  <p:tag name="KSO_WM_SLIDE_LAYOUT" val="a_f"/>
  <p:tag name="KSO_WM_SLIDE_LAYOUT_CNT" val="1_1"/>
  <p:tag name="KSO_WM_SPECIAL_SOURCE" val="bdnull"/>
  <p:tag name="KSO_WM_SLIDE_LAYOUT_NAME" val="标题和内容"/>
</p:tagLst>
</file>

<file path=ppt/tags/tag153.xml><?xml version="1.0" encoding="utf-8"?>
<p:tagLst xmlns:p="http://schemas.openxmlformats.org/presentationml/2006/main">
  <p:tag name="KSO_WM_SLIDE_ID" val="custom20230314_8"/>
  <p:tag name="KSO_WM_TEMPLATE_SUBCATEGORY" val="29"/>
  <p:tag name="KSO_WM_TEMPLATE_MASTER_TYPE" val="0"/>
  <p:tag name="KSO_WM_TEMPLATE_COLOR_TYPE" val="0"/>
  <p:tag name="KSO_WM_SLIDE_ITEM_CNT" val="0"/>
  <p:tag name="KSO_WM_SLIDE_INDEX" val="8"/>
  <p:tag name="KSO_WM_TAG_VERSION" val="1.0"/>
  <p:tag name="KSO_WM_BEAUTIFY_FLAG" val="#wm#"/>
  <p:tag name="KSO_WM_TEMPLATE_CATEGORY" val="custom"/>
  <p:tag name="KSO_WM_TEMPLATE_INDEX" val="20230314"/>
  <p:tag name="KSO_WM_SLIDE_TYPE" val="text"/>
  <p:tag name="KSO_WM_SLIDE_SUBTYPE" val="pureTxt"/>
  <p:tag name="KSO_WM_SLIDE_SIZE" val="863*460"/>
  <p:tag name="KSO_WM_SLIDE_POSITION" val="47*31"/>
  <p:tag name="KSO_WM_SLIDE_LAYOUT" val="a_f"/>
  <p:tag name="KSO_WM_SLIDE_LAYOUT_CNT" val="1_1"/>
  <p:tag name="KSO_WM_SPECIAL_SOURCE" val="bdnull"/>
  <p:tag name="KSO_WM_SLIDE_LAYOUT_NAME" val="标题和内容"/>
</p:tagLst>
</file>

<file path=ppt/tags/tag154.xml><?xml version="1.0" encoding="utf-8"?>
<p:tagLst xmlns:p="http://schemas.openxmlformats.org/presentationml/2006/main">
  <p:tag name="KSO_WM_SLIDE_ID" val="custom20230314_8"/>
  <p:tag name="KSO_WM_TEMPLATE_SUBCATEGORY" val="29"/>
  <p:tag name="KSO_WM_TEMPLATE_MASTER_TYPE" val="0"/>
  <p:tag name="KSO_WM_TEMPLATE_COLOR_TYPE" val="0"/>
  <p:tag name="KSO_WM_SLIDE_ITEM_CNT" val="0"/>
  <p:tag name="KSO_WM_SLIDE_INDEX" val="8"/>
  <p:tag name="KSO_WM_TAG_VERSION" val="1.0"/>
  <p:tag name="KSO_WM_BEAUTIFY_FLAG" val="#wm#"/>
  <p:tag name="KSO_WM_TEMPLATE_CATEGORY" val="custom"/>
  <p:tag name="KSO_WM_TEMPLATE_INDEX" val="20230314"/>
  <p:tag name="KSO_WM_SLIDE_TYPE" val="text"/>
  <p:tag name="KSO_WM_SLIDE_SUBTYPE" val="pureTxt"/>
  <p:tag name="KSO_WM_SLIDE_SIZE" val="863*460"/>
  <p:tag name="KSO_WM_SLIDE_POSITION" val="47*31"/>
  <p:tag name="KSO_WM_SLIDE_LAYOUT" val="a_f"/>
  <p:tag name="KSO_WM_SLIDE_LAYOUT_CNT" val="1_1"/>
  <p:tag name="KSO_WM_SPECIAL_SOURCE" val="bdnull"/>
  <p:tag name="KSO_WM_SLIDE_LAYOUT_NAME" val="标题和内容"/>
</p:tagLst>
</file>

<file path=ppt/tags/tag155.xml><?xml version="1.0" encoding="utf-8"?>
<p:tagLst xmlns:p="http://schemas.openxmlformats.org/presentationml/2006/main">
  <p:tag name="KSO_WM_SLIDE_ID" val="custom20230314_8"/>
  <p:tag name="KSO_WM_TEMPLATE_SUBCATEGORY" val="29"/>
  <p:tag name="KSO_WM_TEMPLATE_MASTER_TYPE" val="0"/>
  <p:tag name="KSO_WM_TEMPLATE_COLOR_TYPE" val="0"/>
  <p:tag name="KSO_WM_SLIDE_ITEM_CNT" val="0"/>
  <p:tag name="KSO_WM_SLIDE_INDEX" val="8"/>
  <p:tag name="KSO_WM_TAG_VERSION" val="1.0"/>
  <p:tag name="KSO_WM_BEAUTIFY_FLAG" val="#wm#"/>
  <p:tag name="KSO_WM_TEMPLATE_CATEGORY" val="custom"/>
  <p:tag name="KSO_WM_TEMPLATE_INDEX" val="20230314"/>
  <p:tag name="KSO_WM_SLIDE_TYPE" val="text"/>
  <p:tag name="KSO_WM_SLIDE_SUBTYPE" val="pureTxt"/>
  <p:tag name="KSO_WM_SLIDE_SIZE" val="863*460"/>
  <p:tag name="KSO_WM_SLIDE_POSITION" val="47*31"/>
  <p:tag name="KSO_WM_SLIDE_LAYOUT" val="a_f"/>
  <p:tag name="KSO_WM_SLIDE_LAYOUT_CNT" val="1_1"/>
  <p:tag name="KSO_WM_SPECIAL_SOURCE" val="bdnull"/>
  <p:tag name="KSO_WM_SLIDE_LAYOUT_NAME" val="标题和内容"/>
</p:tagLst>
</file>

<file path=ppt/tags/tag156.xml><?xml version="1.0" encoding="utf-8"?>
<p:tagLst xmlns:p="http://schemas.openxmlformats.org/presentationml/2006/main">
  <p:tag name="KSO_WM_SLIDE_ID" val="custom20230314_8"/>
  <p:tag name="KSO_WM_TEMPLATE_SUBCATEGORY" val="29"/>
  <p:tag name="KSO_WM_TEMPLATE_MASTER_TYPE" val="0"/>
  <p:tag name="KSO_WM_TEMPLATE_COLOR_TYPE" val="0"/>
  <p:tag name="KSO_WM_SLIDE_ITEM_CNT" val="0"/>
  <p:tag name="KSO_WM_SLIDE_INDEX" val="8"/>
  <p:tag name="KSO_WM_TAG_VERSION" val="1.0"/>
  <p:tag name="KSO_WM_BEAUTIFY_FLAG" val="#wm#"/>
  <p:tag name="KSO_WM_TEMPLATE_CATEGORY" val="custom"/>
  <p:tag name="KSO_WM_TEMPLATE_INDEX" val="20230314"/>
  <p:tag name="KSO_WM_SLIDE_TYPE" val="text"/>
  <p:tag name="KSO_WM_SLIDE_SUBTYPE" val="pureTxt"/>
  <p:tag name="KSO_WM_SLIDE_SIZE" val="863*460"/>
  <p:tag name="KSO_WM_SLIDE_POSITION" val="47*31"/>
  <p:tag name="KSO_WM_SLIDE_LAYOUT" val="a_f"/>
  <p:tag name="KSO_WM_SLIDE_LAYOUT_CNT" val="1_1"/>
  <p:tag name="KSO_WM_SPECIAL_SOURCE" val="bdnull"/>
  <p:tag name="KSO_WM_SLIDE_LAYOUT_NAME" val="标题和内容"/>
</p:tagLst>
</file>

<file path=ppt/tags/tag157.xml><?xml version="1.0" encoding="utf-8"?>
<p:tagLst xmlns:p="http://schemas.openxmlformats.org/presentationml/2006/main">
  <p:tag name="KSO_WM_SLIDE_ID" val="custom20230314_8"/>
  <p:tag name="KSO_WM_TEMPLATE_SUBCATEGORY" val="29"/>
  <p:tag name="KSO_WM_TEMPLATE_MASTER_TYPE" val="0"/>
  <p:tag name="KSO_WM_TEMPLATE_COLOR_TYPE" val="0"/>
  <p:tag name="KSO_WM_SLIDE_ITEM_CNT" val="0"/>
  <p:tag name="KSO_WM_SLIDE_INDEX" val="8"/>
  <p:tag name="KSO_WM_TAG_VERSION" val="1.0"/>
  <p:tag name="KSO_WM_BEAUTIFY_FLAG" val="#wm#"/>
  <p:tag name="KSO_WM_TEMPLATE_CATEGORY" val="custom"/>
  <p:tag name="KSO_WM_TEMPLATE_INDEX" val="20230314"/>
  <p:tag name="KSO_WM_SLIDE_TYPE" val="text"/>
  <p:tag name="KSO_WM_SLIDE_SUBTYPE" val="pureTxt"/>
  <p:tag name="KSO_WM_SLIDE_SIZE" val="863*460"/>
  <p:tag name="KSO_WM_SLIDE_POSITION" val="47*31"/>
  <p:tag name="KSO_WM_SLIDE_LAYOUT" val="a_f"/>
  <p:tag name="KSO_WM_SLIDE_LAYOUT_CNT" val="1_1"/>
  <p:tag name="KSO_WM_SPECIAL_SOURCE" val="bdnull"/>
  <p:tag name="KSO_WM_SLIDE_LAYOUT_NAME" val="标题和内容"/>
</p:tagLst>
</file>

<file path=ppt/tags/tag158.xml><?xml version="1.0" encoding="utf-8"?>
<p:tagLst xmlns:p="http://schemas.openxmlformats.org/presentationml/2006/main">
  <p:tag name="KSO_WM_SLIDE_ID" val="custom20230314_8"/>
  <p:tag name="KSO_WM_TEMPLATE_SUBCATEGORY" val="29"/>
  <p:tag name="KSO_WM_TEMPLATE_MASTER_TYPE" val="0"/>
  <p:tag name="KSO_WM_TEMPLATE_COLOR_TYPE" val="0"/>
  <p:tag name="KSO_WM_SLIDE_ITEM_CNT" val="0"/>
  <p:tag name="KSO_WM_SLIDE_INDEX" val="8"/>
  <p:tag name="KSO_WM_TAG_VERSION" val="1.0"/>
  <p:tag name="KSO_WM_BEAUTIFY_FLAG" val="#wm#"/>
  <p:tag name="KSO_WM_TEMPLATE_CATEGORY" val="custom"/>
  <p:tag name="KSO_WM_TEMPLATE_INDEX" val="20230314"/>
  <p:tag name="KSO_WM_SLIDE_TYPE" val="text"/>
  <p:tag name="KSO_WM_SLIDE_SUBTYPE" val="pureTxt"/>
  <p:tag name="KSO_WM_SLIDE_SIZE" val="863*460"/>
  <p:tag name="KSO_WM_SLIDE_POSITION" val="47*31"/>
  <p:tag name="KSO_WM_SLIDE_LAYOUT" val="a_f"/>
  <p:tag name="KSO_WM_SLIDE_LAYOUT_CNT" val="1_1"/>
  <p:tag name="KSO_WM_SPECIAL_SOURCE" val="bdnull"/>
  <p:tag name="KSO_WM_SLIDE_LAYOUT_NAME" val="标题和内容"/>
</p:tagLst>
</file>

<file path=ppt/tags/tag159.xml><?xml version="1.0" encoding="utf-8"?>
<p:tagLst xmlns:p="http://schemas.openxmlformats.org/presentationml/2006/main">
  <p:tag name="KSO_WM_SLIDE_ID" val="custom20230314_8"/>
  <p:tag name="KSO_WM_TEMPLATE_SUBCATEGORY" val="29"/>
  <p:tag name="KSO_WM_TEMPLATE_MASTER_TYPE" val="0"/>
  <p:tag name="KSO_WM_TEMPLATE_COLOR_TYPE" val="0"/>
  <p:tag name="KSO_WM_SLIDE_ITEM_CNT" val="0"/>
  <p:tag name="KSO_WM_SLIDE_INDEX" val="8"/>
  <p:tag name="KSO_WM_TAG_VERSION" val="1.0"/>
  <p:tag name="KSO_WM_BEAUTIFY_FLAG" val="#wm#"/>
  <p:tag name="KSO_WM_TEMPLATE_CATEGORY" val="custom"/>
  <p:tag name="KSO_WM_TEMPLATE_INDEX" val="20230314"/>
  <p:tag name="KSO_WM_SLIDE_TYPE" val="text"/>
  <p:tag name="KSO_WM_SLIDE_SUBTYPE" val="pureTxt"/>
  <p:tag name="KSO_WM_SLIDE_SIZE" val="863*460"/>
  <p:tag name="KSO_WM_SLIDE_POSITION" val="47*31"/>
  <p:tag name="KSO_WM_SLIDE_LAYOUT" val="a_f"/>
  <p:tag name="KSO_WM_SLIDE_LAYOUT_CNT" val="1_1"/>
  <p:tag name="KSO_WM_SPECIAL_SOURCE" val="bdnull"/>
  <p:tag name="KSO_WM_SLIDE_LAYOUT_NAME" val="标题和内容"/>
</p:tagLst>
</file>

<file path=ppt/tags/tag160.xml><?xml version="1.0" encoding="utf-8"?>
<p:tagLst xmlns:p="http://schemas.openxmlformats.org/presentationml/2006/main">
  <p:tag name="KSO_WM_SLIDE_ID" val="custom20230314_8"/>
  <p:tag name="KSO_WM_TEMPLATE_SUBCATEGORY" val="29"/>
  <p:tag name="KSO_WM_TEMPLATE_MASTER_TYPE" val="0"/>
  <p:tag name="KSO_WM_TEMPLATE_COLOR_TYPE" val="0"/>
  <p:tag name="KSO_WM_SLIDE_ITEM_CNT" val="0"/>
  <p:tag name="KSO_WM_SLIDE_INDEX" val="8"/>
  <p:tag name="KSO_WM_TAG_VERSION" val="1.0"/>
  <p:tag name="KSO_WM_BEAUTIFY_FLAG" val="#wm#"/>
  <p:tag name="KSO_WM_TEMPLATE_CATEGORY" val="custom"/>
  <p:tag name="KSO_WM_TEMPLATE_INDEX" val="20230314"/>
  <p:tag name="KSO_WM_SLIDE_TYPE" val="text"/>
  <p:tag name="KSO_WM_SLIDE_SUBTYPE" val="pureTxt"/>
  <p:tag name="KSO_WM_SLIDE_SIZE" val="863*460"/>
  <p:tag name="KSO_WM_SLIDE_POSITION" val="47*31"/>
  <p:tag name="KSO_WM_SLIDE_LAYOUT" val="a_f"/>
  <p:tag name="KSO_WM_SLIDE_LAYOUT_CNT" val="1_1"/>
  <p:tag name="KSO_WM_SPECIAL_SOURCE" val="bdnull"/>
  <p:tag name="KSO_WM_SLIDE_LAYOUT_NAME" val="标题和内容"/>
</p:tagLst>
</file>

<file path=ppt/tags/tag161.xml><?xml version="1.0" encoding="utf-8"?>
<p:tagLst xmlns:p="http://schemas.openxmlformats.org/presentationml/2006/main">
  <p:tag name="KSO_WM_SLIDE_ID" val="custom20230314_8"/>
  <p:tag name="KSO_WM_TEMPLATE_SUBCATEGORY" val="29"/>
  <p:tag name="KSO_WM_TEMPLATE_MASTER_TYPE" val="0"/>
  <p:tag name="KSO_WM_TEMPLATE_COLOR_TYPE" val="0"/>
  <p:tag name="KSO_WM_SLIDE_ITEM_CNT" val="0"/>
  <p:tag name="KSO_WM_SLIDE_INDEX" val="8"/>
  <p:tag name="KSO_WM_TAG_VERSION" val="1.0"/>
  <p:tag name="KSO_WM_BEAUTIFY_FLAG" val="#wm#"/>
  <p:tag name="KSO_WM_TEMPLATE_CATEGORY" val="custom"/>
  <p:tag name="KSO_WM_TEMPLATE_INDEX" val="20230314"/>
  <p:tag name="KSO_WM_SLIDE_TYPE" val="text"/>
  <p:tag name="KSO_WM_SLIDE_SUBTYPE" val="pureTxt"/>
  <p:tag name="KSO_WM_SLIDE_SIZE" val="863*460"/>
  <p:tag name="KSO_WM_SLIDE_POSITION" val="47*31"/>
  <p:tag name="KSO_WM_SLIDE_LAYOUT" val="a_f"/>
  <p:tag name="KSO_WM_SLIDE_LAYOUT_CNT" val="1_1"/>
  <p:tag name="KSO_WM_SPECIAL_SOURCE" val="bdnull"/>
  <p:tag name="KSO_WM_SLIDE_LAYOUT_NAME" val="标题和内容"/>
</p:tagLst>
</file>

<file path=ppt/tags/tag162.xml><?xml version="1.0" encoding="utf-8"?>
<p:tagLst xmlns:p="http://schemas.openxmlformats.org/presentationml/2006/main">
  <p:tag name="KSO_WM_SLIDE_ID" val="custom20230314_8"/>
  <p:tag name="KSO_WM_TEMPLATE_SUBCATEGORY" val="29"/>
  <p:tag name="KSO_WM_TEMPLATE_MASTER_TYPE" val="0"/>
  <p:tag name="KSO_WM_TEMPLATE_COLOR_TYPE" val="0"/>
  <p:tag name="KSO_WM_SLIDE_ITEM_CNT" val="0"/>
  <p:tag name="KSO_WM_SLIDE_INDEX" val="8"/>
  <p:tag name="KSO_WM_TAG_VERSION" val="1.0"/>
  <p:tag name="KSO_WM_BEAUTIFY_FLAG" val="#wm#"/>
  <p:tag name="KSO_WM_TEMPLATE_CATEGORY" val="custom"/>
  <p:tag name="KSO_WM_TEMPLATE_INDEX" val="20230314"/>
  <p:tag name="KSO_WM_SLIDE_TYPE" val="text"/>
  <p:tag name="KSO_WM_SLIDE_SUBTYPE" val="pureTxt"/>
  <p:tag name="KSO_WM_SLIDE_SIZE" val="863*460"/>
  <p:tag name="KSO_WM_SLIDE_POSITION" val="47*31"/>
  <p:tag name="KSO_WM_SLIDE_LAYOUT" val="a_f"/>
  <p:tag name="KSO_WM_SLIDE_LAYOUT_CNT" val="1_1"/>
  <p:tag name="KSO_WM_SPECIAL_SOURCE" val="bdnull"/>
  <p:tag name="KSO_WM_SLIDE_LAYOUT_NAME" val="标题和内容"/>
</p:tagLst>
</file>

<file path=ppt/tags/tag163.xml><?xml version="1.0" encoding="utf-8"?>
<p:tagLst xmlns:p="http://schemas.openxmlformats.org/presentationml/2006/main">
  <p:tag name="KSO_WM_SLIDE_ID" val="custom20230314_8"/>
  <p:tag name="KSO_WM_TEMPLATE_SUBCATEGORY" val="29"/>
  <p:tag name="KSO_WM_TEMPLATE_MASTER_TYPE" val="0"/>
  <p:tag name="KSO_WM_TEMPLATE_COLOR_TYPE" val="0"/>
  <p:tag name="KSO_WM_SLIDE_ITEM_CNT" val="0"/>
  <p:tag name="KSO_WM_SLIDE_INDEX" val="8"/>
  <p:tag name="KSO_WM_TAG_VERSION" val="1.0"/>
  <p:tag name="KSO_WM_BEAUTIFY_FLAG" val="#wm#"/>
  <p:tag name="KSO_WM_TEMPLATE_CATEGORY" val="custom"/>
  <p:tag name="KSO_WM_TEMPLATE_INDEX" val="20230314"/>
  <p:tag name="KSO_WM_SLIDE_TYPE" val="text"/>
  <p:tag name="KSO_WM_SLIDE_SUBTYPE" val="pureTxt"/>
  <p:tag name="KSO_WM_SLIDE_SIZE" val="863*460"/>
  <p:tag name="KSO_WM_SLIDE_POSITION" val="47*31"/>
  <p:tag name="KSO_WM_SLIDE_LAYOUT" val="a_f"/>
  <p:tag name="KSO_WM_SLIDE_LAYOUT_CNT" val="1_1"/>
  <p:tag name="KSO_WM_SPECIAL_SOURCE" val="bdnull"/>
  <p:tag name="KSO_WM_SLIDE_LAYOUT_NAME" val="标题和内容"/>
</p:tagLst>
</file>

<file path=ppt/tags/tag164.xml><?xml version="1.0" encoding="utf-8"?>
<p:tagLst xmlns:p="http://schemas.openxmlformats.org/presentationml/2006/main">
  <p:tag name="KSO_WM_SLIDE_ID" val="custom20230314_8"/>
  <p:tag name="KSO_WM_TEMPLATE_SUBCATEGORY" val="29"/>
  <p:tag name="KSO_WM_TEMPLATE_MASTER_TYPE" val="0"/>
  <p:tag name="KSO_WM_TEMPLATE_COLOR_TYPE" val="0"/>
  <p:tag name="KSO_WM_SLIDE_ITEM_CNT" val="0"/>
  <p:tag name="KSO_WM_SLIDE_INDEX" val="8"/>
  <p:tag name="KSO_WM_TAG_VERSION" val="1.0"/>
  <p:tag name="KSO_WM_BEAUTIFY_FLAG" val="#wm#"/>
  <p:tag name="KSO_WM_TEMPLATE_CATEGORY" val="custom"/>
  <p:tag name="KSO_WM_TEMPLATE_INDEX" val="20230314"/>
  <p:tag name="KSO_WM_SLIDE_TYPE" val="text"/>
  <p:tag name="KSO_WM_SLIDE_SUBTYPE" val="pureTxt"/>
  <p:tag name="KSO_WM_SLIDE_SIZE" val="863*460"/>
  <p:tag name="KSO_WM_SLIDE_POSITION" val="47*31"/>
  <p:tag name="KSO_WM_SLIDE_LAYOUT" val="a_f"/>
  <p:tag name="KSO_WM_SLIDE_LAYOUT_CNT" val="1_1"/>
  <p:tag name="KSO_WM_SPECIAL_SOURCE" val="bdnull"/>
  <p:tag name="KSO_WM_SLIDE_LAYOUT_NAME" val="标题和内容"/>
</p:tagLst>
</file>

<file path=ppt/tags/tag165.xml><?xml version="1.0" encoding="utf-8"?>
<p:tagLst xmlns:p="http://schemas.openxmlformats.org/presentationml/2006/main">
  <p:tag name="KSO_WM_SLIDE_ID" val="custom20230314_8"/>
  <p:tag name="KSO_WM_TEMPLATE_SUBCATEGORY" val="29"/>
  <p:tag name="KSO_WM_TEMPLATE_MASTER_TYPE" val="0"/>
  <p:tag name="KSO_WM_TEMPLATE_COLOR_TYPE" val="0"/>
  <p:tag name="KSO_WM_SLIDE_ITEM_CNT" val="0"/>
  <p:tag name="KSO_WM_SLIDE_INDEX" val="8"/>
  <p:tag name="KSO_WM_TAG_VERSION" val="1.0"/>
  <p:tag name="KSO_WM_BEAUTIFY_FLAG" val="#wm#"/>
  <p:tag name="KSO_WM_TEMPLATE_CATEGORY" val="custom"/>
  <p:tag name="KSO_WM_TEMPLATE_INDEX" val="20230314"/>
  <p:tag name="KSO_WM_SLIDE_TYPE" val="text"/>
  <p:tag name="KSO_WM_SLIDE_SUBTYPE" val="pureTxt"/>
  <p:tag name="KSO_WM_SLIDE_SIZE" val="863*460"/>
  <p:tag name="KSO_WM_SLIDE_POSITION" val="47*31"/>
  <p:tag name="KSO_WM_SLIDE_LAYOUT" val="a_f"/>
  <p:tag name="KSO_WM_SLIDE_LAYOUT_CNT" val="1_1"/>
  <p:tag name="KSO_WM_SPECIAL_SOURCE" val="bdnull"/>
  <p:tag name="KSO_WM_SLIDE_LAYOUT_NAME" val="标题和内容"/>
</p:tagLst>
</file>

<file path=ppt/tags/tag166.xml><?xml version="1.0" encoding="utf-8"?>
<p:tagLst xmlns:p="http://schemas.openxmlformats.org/presentationml/2006/main">
  <p:tag name="KSO_WM_SLIDE_ID" val="custom20230314_8"/>
  <p:tag name="KSO_WM_TEMPLATE_SUBCATEGORY" val="29"/>
  <p:tag name="KSO_WM_TEMPLATE_MASTER_TYPE" val="0"/>
  <p:tag name="KSO_WM_TEMPLATE_COLOR_TYPE" val="0"/>
  <p:tag name="KSO_WM_SLIDE_ITEM_CNT" val="0"/>
  <p:tag name="KSO_WM_SLIDE_INDEX" val="8"/>
  <p:tag name="KSO_WM_TAG_VERSION" val="1.0"/>
  <p:tag name="KSO_WM_BEAUTIFY_FLAG" val="#wm#"/>
  <p:tag name="KSO_WM_TEMPLATE_CATEGORY" val="custom"/>
  <p:tag name="KSO_WM_TEMPLATE_INDEX" val="20230314"/>
  <p:tag name="KSO_WM_SLIDE_TYPE" val="text"/>
  <p:tag name="KSO_WM_SLIDE_SUBTYPE" val="pureTxt"/>
  <p:tag name="KSO_WM_SLIDE_SIZE" val="863*460"/>
  <p:tag name="KSO_WM_SLIDE_POSITION" val="47*31"/>
  <p:tag name="KSO_WM_SLIDE_LAYOUT" val="a_f"/>
  <p:tag name="KSO_WM_SLIDE_LAYOUT_CNT" val="1_1"/>
  <p:tag name="KSO_WM_SPECIAL_SOURCE" val="bdnull"/>
  <p:tag name="KSO_WM_SLIDE_LAYOUT_NAME" val="标题和内容"/>
</p:tagLst>
</file>

<file path=ppt/tags/tag167.xml><?xml version="1.0" encoding="utf-8"?>
<p:tagLst xmlns:p="http://schemas.openxmlformats.org/presentationml/2006/main">
  <p:tag name="KSO_WM_SLIDE_ID" val="custom20230314_8"/>
  <p:tag name="KSO_WM_TEMPLATE_SUBCATEGORY" val="29"/>
  <p:tag name="KSO_WM_TEMPLATE_MASTER_TYPE" val="0"/>
  <p:tag name="KSO_WM_TEMPLATE_COLOR_TYPE" val="0"/>
  <p:tag name="KSO_WM_SLIDE_ITEM_CNT" val="0"/>
  <p:tag name="KSO_WM_SLIDE_INDEX" val="8"/>
  <p:tag name="KSO_WM_TAG_VERSION" val="1.0"/>
  <p:tag name="KSO_WM_BEAUTIFY_FLAG" val="#wm#"/>
  <p:tag name="KSO_WM_TEMPLATE_CATEGORY" val="custom"/>
  <p:tag name="KSO_WM_TEMPLATE_INDEX" val="20230314"/>
  <p:tag name="KSO_WM_SLIDE_TYPE" val="text"/>
  <p:tag name="KSO_WM_SLIDE_SUBTYPE" val="pureTxt"/>
  <p:tag name="KSO_WM_SLIDE_SIZE" val="863*460"/>
  <p:tag name="KSO_WM_SLIDE_POSITION" val="47*31"/>
  <p:tag name="KSO_WM_SLIDE_LAYOUT" val="a_f"/>
  <p:tag name="KSO_WM_SLIDE_LAYOUT_CNT" val="1_1"/>
  <p:tag name="KSO_WM_SPECIAL_SOURCE" val="bdnull"/>
  <p:tag name="KSO_WM_SLIDE_LAYOUT_NAME" val="标题和内容"/>
</p:tagLst>
</file>

<file path=ppt/tags/tag168.xml><?xml version="1.0" encoding="utf-8"?>
<p:tagLst xmlns:p="http://schemas.openxmlformats.org/presentationml/2006/main">
  <p:tag name="KSO_WM_SLIDE_ID" val="custom20230314_8"/>
  <p:tag name="KSO_WM_TEMPLATE_SUBCATEGORY" val="29"/>
  <p:tag name="KSO_WM_TEMPLATE_MASTER_TYPE" val="0"/>
  <p:tag name="KSO_WM_TEMPLATE_COLOR_TYPE" val="0"/>
  <p:tag name="KSO_WM_SLIDE_ITEM_CNT" val="0"/>
  <p:tag name="KSO_WM_SLIDE_INDEX" val="8"/>
  <p:tag name="KSO_WM_TAG_VERSION" val="1.0"/>
  <p:tag name="KSO_WM_BEAUTIFY_FLAG" val="#wm#"/>
  <p:tag name="KSO_WM_TEMPLATE_CATEGORY" val="custom"/>
  <p:tag name="KSO_WM_TEMPLATE_INDEX" val="20230314"/>
  <p:tag name="KSO_WM_SLIDE_TYPE" val="text"/>
  <p:tag name="KSO_WM_SLIDE_SUBTYPE" val="pureTxt"/>
  <p:tag name="KSO_WM_SLIDE_SIZE" val="863*460"/>
  <p:tag name="KSO_WM_SLIDE_POSITION" val="47*31"/>
  <p:tag name="KSO_WM_SLIDE_LAYOUT" val="a_f"/>
  <p:tag name="KSO_WM_SLIDE_LAYOUT_CNT" val="1_1"/>
  <p:tag name="KSO_WM_SPECIAL_SOURCE" val="bdnull"/>
  <p:tag name="KSO_WM_SLIDE_LAYOUT_NAME" val="标题和内容"/>
</p:tagLst>
</file>

<file path=ppt/tags/tag169.xml><?xml version="1.0" encoding="utf-8"?>
<p:tagLst xmlns:p="http://schemas.openxmlformats.org/presentationml/2006/main">
  <p:tag name="KSO_WM_SLIDE_ID" val="custom20230314_8"/>
  <p:tag name="KSO_WM_TEMPLATE_SUBCATEGORY" val="29"/>
  <p:tag name="KSO_WM_TEMPLATE_MASTER_TYPE" val="0"/>
  <p:tag name="KSO_WM_TEMPLATE_COLOR_TYPE" val="0"/>
  <p:tag name="KSO_WM_SLIDE_ITEM_CNT" val="0"/>
  <p:tag name="KSO_WM_SLIDE_INDEX" val="8"/>
  <p:tag name="KSO_WM_TAG_VERSION" val="1.0"/>
  <p:tag name="KSO_WM_BEAUTIFY_FLAG" val="#wm#"/>
  <p:tag name="KSO_WM_TEMPLATE_CATEGORY" val="custom"/>
  <p:tag name="KSO_WM_TEMPLATE_INDEX" val="20230314"/>
  <p:tag name="KSO_WM_SLIDE_TYPE" val="text"/>
  <p:tag name="KSO_WM_SLIDE_SUBTYPE" val="pureTxt"/>
  <p:tag name="KSO_WM_SLIDE_SIZE" val="863*460"/>
  <p:tag name="KSO_WM_SLIDE_POSITION" val="47*31"/>
  <p:tag name="KSO_WM_SLIDE_LAYOUT" val="a_f"/>
  <p:tag name="KSO_WM_SLIDE_LAYOUT_CNT" val="1_1"/>
  <p:tag name="KSO_WM_SPECIAL_SOURCE" val="bdnull"/>
  <p:tag name="KSO_WM_SLIDE_LAYOUT_NAME" val="标题和内容"/>
</p:tagLst>
</file>

<file path=ppt/tags/tag170.xml><?xml version="1.0" encoding="utf-8"?>
<p:tagLst xmlns:p="http://schemas.openxmlformats.org/presentationml/2006/main">
  <p:tag name="KSO_WM_SLIDE_ID" val="custom20230314_8"/>
  <p:tag name="KSO_WM_TEMPLATE_SUBCATEGORY" val="29"/>
  <p:tag name="KSO_WM_TEMPLATE_MASTER_TYPE" val="0"/>
  <p:tag name="KSO_WM_TEMPLATE_COLOR_TYPE" val="0"/>
  <p:tag name="KSO_WM_SLIDE_ITEM_CNT" val="0"/>
  <p:tag name="KSO_WM_SLIDE_INDEX" val="8"/>
  <p:tag name="KSO_WM_TAG_VERSION" val="1.0"/>
  <p:tag name="KSO_WM_BEAUTIFY_FLAG" val="#wm#"/>
  <p:tag name="KSO_WM_TEMPLATE_CATEGORY" val="custom"/>
  <p:tag name="KSO_WM_TEMPLATE_INDEX" val="20230314"/>
  <p:tag name="KSO_WM_SLIDE_TYPE" val="text"/>
  <p:tag name="KSO_WM_SLIDE_SUBTYPE" val="pureTxt"/>
  <p:tag name="KSO_WM_SLIDE_SIZE" val="863*460"/>
  <p:tag name="KSO_WM_SLIDE_POSITION" val="47*31"/>
  <p:tag name="KSO_WM_SLIDE_LAYOUT" val="a_f"/>
  <p:tag name="KSO_WM_SLIDE_LAYOUT_CNT" val="1_1"/>
  <p:tag name="KSO_WM_SPECIAL_SOURCE" val="bdnull"/>
  <p:tag name="KSO_WM_SLIDE_LAYOUT_NAME" val="标题和内容"/>
</p:tagLst>
</file>

<file path=ppt/tags/tag171.xml><?xml version="1.0" encoding="utf-8"?>
<p:tagLst xmlns:p="http://schemas.openxmlformats.org/presentationml/2006/main">
  <p:tag name="KSO_WM_SLIDE_ID" val="custom20230314_8"/>
  <p:tag name="KSO_WM_TEMPLATE_SUBCATEGORY" val="29"/>
  <p:tag name="KSO_WM_TEMPLATE_MASTER_TYPE" val="0"/>
  <p:tag name="KSO_WM_TEMPLATE_COLOR_TYPE" val="0"/>
  <p:tag name="KSO_WM_SLIDE_ITEM_CNT" val="0"/>
  <p:tag name="KSO_WM_SLIDE_INDEX" val="8"/>
  <p:tag name="KSO_WM_TAG_VERSION" val="1.0"/>
  <p:tag name="KSO_WM_BEAUTIFY_FLAG" val="#wm#"/>
  <p:tag name="KSO_WM_TEMPLATE_CATEGORY" val="custom"/>
  <p:tag name="KSO_WM_TEMPLATE_INDEX" val="20230314"/>
  <p:tag name="KSO_WM_SLIDE_TYPE" val="text"/>
  <p:tag name="KSO_WM_SLIDE_SUBTYPE" val="pureTxt"/>
  <p:tag name="KSO_WM_SLIDE_SIZE" val="863*460"/>
  <p:tag name="KSO_WM_SLIDE_POSITION" val="47*31"/>
  <p:tag name="KSO_WM_SLIDE_LAYOUT" val="a_f"/>
  <p:tag name="KSO_WM_SLIDE_LAYOUT_CNT" val="1_1"/>
  <p:tag name="KSO_WM_SPECIAL_SOURCE" val="bdnull"/>
  <p:tag name="KSO_WM_SLIDE_LAYOUT_NAME" val="标题和内容"/>
</p:tagLst>
</file>

<file path=ppt/tags/tag172.xml><?xml version="1.0" encoding="utf-8"?>
<p:tagLst xmlns:p="http://schemas.openxmlformats.org/presentationml/2006/main">
  <p:tag name="COMMONDATA" val="eyJjb3VudCI6MzgsImhkaWQiOiJmNDJlMmZmMmZhNWUyZDkyZTk5MzIxMzQ3MTJiZWMxYyIsInVzZXJDb3VudCI6Mn0="/>
  <p:tag name="KSO_WPP_MARK_KEY" val="7023136d-9efa-45e3-91bf-b99ccddb9299"/>
</p:tagLst>
</file>

<file path=ppt/theme/theme1.xml><?xml version="1.0" encoding="utf-8"?>
<a:theme xmlns:a="http://schemas.openxmlformats.org/drawingml/2006/main" name="Office 主题">
  <a:themeElements>
    <a:clrScheme name="自定义 102">
      <a:dk1>
        <a:srgbClr val="000000"/>
      </a:dk1>
      <a:lt1>
        <a:srgbClr val="FFFFFF"/>
      </a:lt1>
      <a:dk2>
        <a:srgbClr val="011163"/>
      </a:dk2>
      <a:lt2>
        <a:srgbClr val="F3F5FF"/>
      </a:lt2>
      <a:accent1>
        <a:srgbClr val="4864FC"/>
      </a:accent1>
      <a:accent2>
        <a:srgbClr val="6C5EDE"/>
      </a:accent2>
      <a:accent3>
        <a:srgbClr val="9059BF"/>
      </a:accent3>
      <a:accent4>
        <a:srgbClr val="B453A1"/>
      </a:accent4>
      <a:accent5>
        <a:srgbClr val="D84E82"/>
      </a:accent5>
      <a:accent6>
        <a:srgbClr val="FC4864"/>
      </a:accent6>
      <a:hlink>
        <a:srgbClr val="0563C1"/>
      </a:hlink>
      <a:folHlink>
        <a:srgbClr val="954D72"/>
      </a:folHlink>
    </a:clrScheme>
    <a:fontScheme name="自定义 18">
      <a:majorFont>
        <a:latin typeface="MiSans Heavy"/>
        <a:ea typeface="MiSans Heavy"/>
        <a:cs typeface=""/>
      </a:majorFont>
      <a:minorFont>
        <a:latin typeface="MiSans Normal"/>
        <a:ea typeface="MiSans Normal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MiSans Normal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MiSans Normal"/>
        <a:ea typeface=""/>
        <a:cs typeface=""/>
        <a:font script="Jpan" typeface="ＭＳ Ｐゴシック"/>
        <a:font script="Hang" typeface="맑은 고딕"/>
        <a:font script="Hans" typeface="MiSans Normal"/>
        <a:font script="Hant" typeface="新細明體"/>
        <a:font script="Arab" typeface="MiSans Normal"/>
        <a:font script="Hebr" typeface="MiSans Norm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MiSans Norm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MiSans Normal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MiSans Normal"/>
        <a:ea typeface=""/>
        <a:cs typeface=""/>
        <a:font script="Jpan" typeface="ＭＳ Ｐゴシック"/>
        <a:font script="Hang" typeface="맑은 고딕"/>
        <a:font script="Hans" typeface="MiSans Normal"/>
        <a:font script="Hant" typeface="新細明體"/>
        <a:font script="Arab" typeface="MiSans Normal"/>
        <a:font script="Hebr" typeface="MiSans Norm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MiSans Norm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 2013 - 2022</Template>
  <TotalTime>0</TotalTime>
  <Words>1002</Words>
  <Application>WPS Presentation</Application>
  <PresentationFormat>宽屏</PresentationFormat>
  <Paragraphs>128</Paragraphs>
  <Slides>71</Slides>
  <Notes>7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71</vt:i4>
      </vt:variant>
    </vt:vector>
  </HeadingPairs>
  <TitlesOfParts>
    <vt:vector size="84" baseType="lpstr">
      <vt:lpstr>Arial</vt:lpstr>
      <vt:lpstr>SimSun</vt:lpstr>
      <vt:lpstr>Wingdings</vt:lpstr>
      <vt:lpstr>MiSans Normal</vt:lpstr>
      <vt:lpstr>苹方-简</vt:lpstr>
      <vt:lpstr>Wingdings</vt:lpstr>
      <vt:lpstr>MiSans Heavy</vt:lpstr>
      <vt:lpstr>Microsoft YaHei</vt:lpstr>
      <vt:lpstr>汉仪旗黑</vt:lpstr>
      <vt:lpstr>Arial Unicode MS</vt:lpstr>
      <vt:lpstr>MiSans Normal</vt:lpstr>
      <vt:lpstr>汉仪书宋二KW</vt:lpstr>
      <vt:lpstr>Office 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谢杰</cp:lastModifiedBy>
  <cp:revision>278</cp:revision>
  <dcterms:created xsi:type="dcterms:W3CDTF">2026-03-16T04:50:16Z</dcterms:created>
  <dcterms:modified xsi:type="dcterms:W3CDTF">2026-03-16T04:50:16Z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1033-12.1.25205.25205</vt:lpwstr>
  </property>
  <property fmtid="{D5CDD505-2E9C-101B-9397-08002B2CF9AE}" pid="3" name="ICV">
    <vt:lpwstr>9F555CF350F8D710F2982C65846E66C9_41</vt:lpwstr>
  </property>
  <property fmtid="{D5CDD505-2E9C-101B-9397-08002B2CF9AE}" pid="4" name="KSOTemplateUUID">
    <vt:lpwstr>v1.0_mb_WWKVAA3calnmZWOTug9OwQ==</vt:lpwstr>
  </property>
</Properties>
</file>