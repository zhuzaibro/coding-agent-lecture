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8"/>
  </p:handoutMasterIdLst>
  <p:sldIdLst>
    <p:sldId id="346" r:id="rId3"/>
    <p:sldId id="427" r:id="rId5"/>
    <p:sldId id="430" r:id="rId6"/>
    <p:sldId id="431" r:id="rId7"/>
    <p:sldId id="432" r:id="rId8"/>
    <p:sldId id="426" r:id="rId9"/>
    <p:sldId id="433" r:id="rId10"/>
    <p:sldId id="434" r:id="rId11"/>
    <p:sldId id="435" r:id="rId12"/>
    <p:sldId id="436" r:id="rId13"/>
    <p:sldId id="437" r:id="rId14"/>
    <p:sldId id="428" r:id="rId15"/>
    <p:sldId id="429" r:id="rId16"/>
    <p:sldId id="344" r:id="rId17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熊仪_aYju7RJj" initials="熊" lastIdx="0" clrIdx="0"/>
  <p:cmAuthor id="1" name="哒哒 熊猫" initials="哒哒" lastIdx="1" clrIdx="0"/>
  <p:cmAuthor id="8" name="yifei" initials="y" lastIdx="1" clrIdx="7"/>
  <p:cmAuthor id="2" name="kingsoft" initials="k" lastIdx="1" clrIdx="1"/>
  <p:cmAuthor id="9" name="ADMIN" initials="A" lastIdx="1" clrIdx="8"/>
  <p:cmAuthor id="3" name="zhouzean" initials="z" lastIdx="1" clrIdx="2"/>
  <p:cmAuthor id="4" name="李鹏飞_6bQfzI3a" initials="李" lastIdx="0" clrIdx="0"/>
  <p:cmAuthor id="5" name="李晓菲_MZFnUzi6" initials="李" lastIdx="0" clrIdx="0"/>
  <p:cmAuthor id="6" name="小珞_QjMfU7FR" initials="小" lastIdx="0" clrIdx="0"/>
  <p:cmAuthor id="2001" name="骆倩怡_Znauj26B" initials="authorId_382814100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DA3"/>
    <a:srgbClr val="CDC0FA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" d="100"/>
          <a:sy n="10" d="100"/>
        </p:scale>
        <p:origin x="-197" y="228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115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0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7" Type="http://schemas.openxmlformats.org/officeDocument/2006/relationships/tags" Target="../tags/tag92.xml"/><Relationship Id="rId16" Type="http://schemas.openxmlformats.org/officeDocument/2006/relationships/tags" Target="../tags/tag91.xml"/><Relationship Id="rId15" Type="http://schemas.openxmlformats.org/officeDocument/2006/relationships/tags" Target="../tags/tag90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>
            <p:custDataLst>
              <p:tags r:id="rId2"/>
            </p:custDataLst>
          </p:nvPr>
        </p:nvSpPr>
        <p:spPr>
          <a:xfrm>
            <a:off x="-14605" y="-14605"/>
            <a:ext cx="6006465" cy="68973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3"/>
            </p:custDataLst>
          </p:nvPr>
        </p:nvSpPr>
        <p:spPr>
          <a:xfrm rot="16200000">
            <a:off x="-1402080" y="1361440"/>
            <a:ext cx="689483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 rot="16200000">
            <a:off x="-1342039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5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11197590" y="300291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7"/>
            </p:custDataLst>
          </p:nvPr>
        </p:nvCxnSpPr>
        <p:spPr>
          <a:xfrm>
            <a:off x="11305540" y="193421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8"/>
            </p:custDataLst>
          </p:nvPr>
        </p:nvCxnSpPr>
        <p:spPr>
          <a:xfrm>
            <a:off x="11305540" y="347662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>
            <p:custDataLst>
              <p:tags r:id="rId9"/>
            </p:custDataLst>
          </p:nvPr>
        </p:nvSpPr>
        <p:spPr>
          <a:xfrm>
            <a:off x="10027285" y="4343400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1" name="椭圆 20"/>
          <p:cNvSpPr/>
          <p:nvPr>
            <p:custDataLst>
              <p:tags r:id="rId10"/>
            </p:custDataLst>
          </p:nvPr>
        </p:nvSpPr>
        <p:spPr>
          <a:xfrm>
            <a:off x="10133965" y="4450080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0" name="向下箭头"/>
          <p:cNvSpPr/>
          <p:nvPr>
            <p:custDataLst>
              <p:tags r:id="rId11"/>
            </p:custDataLst>
          </p:nvPr>
        </p:nvSpPr>
        <p:spPr>
          <a:xfrm>
            <a:off x="10238105" y="4542790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13"/>
            </p:custDataLst>
          </p:nvPr>
        </p:nvSpPr>
        <p:spPr>
          <a:xfrm>
            <a:off x="2273300" y="4438650"/>
            <a:ext cx="7589520" cy="6616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sym typeface="+mn-ea"/>
              </a:rPr>
              <a:t>单击编辑文本</a:t>
            </a:r>
            <a:endParaRPr dirty="0"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14"/>
            </p:custDataLst>
          </p:nvPr>
        </p:nvSpPr>
        <p:spPr>
          <a:xfrm>
            <a:off x="2273935" y="1953895"/>
            <a:ext cx="8413115" cy="556260"/>
          </a:xfrm>
          <a:prstGeom prst="rect">
            <a:avLst/>
          </a:prstGeom>
          <a:noFill/>
        </p:spPr>
        <p:txBody>
          <a:bodyPr wrap="square" lIns="91440" tIns="45720" rIns="144145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5"/>
            </p:custDataLst>
          </p:nvPr>
        </p:nvSpPr>
        <p:spPr>
          <a:xfrm>
            <a:off x="2273300" y="2510155"/>
            <a:ext cx="8413750" cy="17094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7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接连接符 59"/>
          <p:cNvCxnSpPr/>
          <p:nvPr>
            <p:custDataLst>
              <p:tags r:id="rId2"/>
            </p:custDataLst>
          </p:nvPr>
        </p:nvCxnSpPr>
        <p:spPr>
          <a:xfrm>
            <a:off x="3509010" y="1475105"/>
            <a:ext cx="0" cy="4572000"/>
          </a:xfrm>
          <a:prstGeom prst="line">
            <a:avLst/>
          </a:prstGeom>
          <a:ln>
            <a:solidFill>
              <a:schemeClr val="bg2">
                <a:lumMod val="50000"/>
                <a:alpha val="2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-18415" y="0"/>
            <a:ext cx="2251075" cy="8718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5" h="1373">
                <a:moveTo>
                  <a:pt x="0" y="0"/>
                </a:moveTo>
                <a:lnTo>
                  <a:pt x="3545" y="0"/>
                </a:lnTo>
                <a:lnTo>
                  <a:pt x="3545" y="1023"/>
                </a:lnTo>
                <a:cubicBezTo>
                  <a:pt x="3545" y="1217"/>
                  <a:pt x="3389" y="1373"/>
                  <a:pt x="3195" y="1373"/>
                </a:cubicBezTo>
                <a:lnTo>
                  <a:pt x="9" y="1373"/>
                </a:lnTo>
                <a:lnTo>
                  <a:pt x="0" y="137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1165860" y="4138930"/>
            <a:ext cx="1375408" cy="195199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>
            <a:normAutofit/>
          </a:bodyPr>
          <a:lstStyle>
            <a:lvl1pPr marL="0" marR="0" lvl="0" algn="just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2000" b="0" i="0" u="none" strike="noStrike" kern="1200" cap="none" spc="0" normalizeH="0" baseline="0" noProof="1">
                <a:solidFill>
                  <a:schemeClr val="bg1">
                    <a:lumMod val="85000"/>
                  </a:schemeClr>
                </a:solidFill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just">
              <a:buClrTx/>
              <a:buSzTx/>
              <a:buFontTx/>
            </a:pPr>
            <a:r>
              <a:rPr dirty="0" err="1">
                <a:sym typeface="+mn-ea"/>
              </a:rPr>
              <a:t>单击编辑副标题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1166495" y="1793240"/>
            <a:ext cx="1375410" cy="212221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>
            <p:custDataLst>
              <p:tags r:id="rId2"/>
            </p:custDataLst>
          </p:nvPr>
        </p:nvSpPr>
        <p:spPr>
          <a:xfrm rot="16200000">
            <a:off x="977900" y="1336040"/>
            <a:ext cx="4351020" cy="435102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椭圆 10"/>
          <p:cNvSpPr/>
          <p:nvPr>
            <p:custDataLst>
              <p:tags r:id="rId3"/>
            </p:custDataLst>
          </p:nvPr>
        </p:nvSpPr>
        <p:spPr>
          <a:xfrm rot="16200000">
            <a:off x="1828800" y="2186940"/>
            <a:ext cx="2649220" cy="264922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9" name="弧形 8"/>
          <p:cNvSpPr/>
          <p:nvPr>
            <p:custDataLst>
              <p:tags r:id="rId4"/>
            </p:custDataLst>
          </p:nvPr>
        </p:nvSpPr>
        <p:spPr>
          <a:xfrm>
            <a:off x="301625" y="659765"/>
            <a:ext cx="5703570" cy="5703570"/>
          </a:xfrm>
          <a:prstGeom prst="arc">
            <a:avLst>
              <a:gd name="adj1" fmla="val 16200000"/>
              <a:gd name="adj2" fmla="val 5319923"/>
            </a:avLst>
          </a:prstGeom>
          <a:ln>
            <a:solidFill>
              <a:schemeClr val="bg2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5"/>
            </p:custDataLst>
          </p:nvPr>
        </p:nvSpPr>
        <p:spPr>
          <a:xfrm rot="10800000">
            <a:off x="6876415" y="3851910"/>
            <a:ext cx="240855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6"/>
            </p:custDataLst>
          </p:nvPr>
        </p:nvSpPr>
        <p:spPr>
          <a:xfrm flipV="1">
            <a:off x="8945880" y="0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1828800" y="3004185"/>
            <a:ext cx="2649220" cy="120840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0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732905" y="2092325"/>
            <a:ext cx="5005070" cy="16840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8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3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4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/>
            <p:custDataLst>
              <p:tags r:id="rId5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>
            <a:spLocks noGrp="1"/>
          </p:cNvSpPr>
          <p:nvPr>
            <p:ph idx="6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3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5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7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608330" y="397510"/>
            <a:ext cx="10968990" cy="58591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608330" y="1075690"/>
            <a:ext cx="10968990" cy="47180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 algn="l"/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 22"/>
          <p:cNvSpPr/>
          <p:nvPr>
            <p:custDataLst>
              <p:tags r:id="rId2"/>
            </p:custDataLst>
          </p:nvPr>
        </p:nvSpPr>
        <p:spPr>
          <a:xfrm>
            <a:off x="-14605" y="-14605"/>
            <a:ext cx="6006465" cy="68973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"/>
            </p:custDataLst>
          </p:nvPr>
        </p:nvSpPr>
        <p:spPr>
          <a:xfrm rot="16200000">
            <a:off x="-1402080" y="1361440"/>
            <a:ext cx="689483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4"/>
            </p:custDataLst>
          </p:nvPr>
        </p:nvSpPr>
        <p:spPr>
          <a:xfrm rot="16200000">
            <a:off x="-1342039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30" name="圆角矩形 29"/>
          <p:cNvSpPr/>
          <p:nvPr>
            <p:custDataLst>
              <p:tags r:id="rId5"/>
            </p:custDataLst>
          </p:nvPr>
        </p:nvSpPr>
        <p:spPr>
          <a:xfrm rot="10800000">
            <a:off x="5155565" y="3089275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32" name="直接连接符 31"/>
          <p:cNvCxnSpPr/>
          <p:nvPr>
            <p:custDataLst>
              <p:tags r:id="rId6"/>
            </p:custDataLst>
          </p:nvPr>
        </p:nvCxnSpPr>
        <p:spPr>
          <a:xfrm>
            <a:off x="11197590" y="298132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>
            <p:custDataLst>
              <p:tags r:id="rId7"/>
            </p:custDataLst>
          </p:nvPr>
        </p:nvCxnSpPr>
        <p:spPr>
          <a:xfrm>
            <a:off x="11305540" y="191262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>
            <p:custDataLst>
              <p:tags r:id="rId8"/>
            </p:custDataLst>
          </p:nvPr>
        </p:nvCxnSpPr>
        <p:spPr>
          <a:xfrm>
            <a:off x="11305540" y="345503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>
            <p:custDataLst>
              <p:tags r:id="rId9"/>
            </p:custDataLst>
          </p:nvPr>
        </p:nvSpPr>
        <p:spPr>
          <a:xfrm>
            <a:off x="10016490" y="3576955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8" name="椭圆 37"/>
          <p:cNvSpPr/>
          <p:nvPr>
            <p:custDataLst>
              <p:tags r:id="rId10"/>
            </p:custDataLst>
          </p:nvPr>
        </p:nvSpPr>
        <p:spPr>
          <a:xfrm>
            <a:off x="10123170" y="3683635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9" name="向下箭头"/>
          <p:cNvSpPr/>
          <p:nvPr>
            <p:custDataLst>
              <p:tags r:id="rId11"/>
            </p:custDataLst>
          </p:nvPr>
        </p:nvSpPr>
        <p:spPr>
          <a:xfrm>
            <a:off x="10227310" y="3776345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署名"/>
          <p:cNvSpPr txBox="1">
            <a:spLocks noGrp="1"/>
          </p:cNvSpPr>
          <p:nvPr>
            <p:ph type="body" idx="2" hasCustomPrompt="1"/>
            <p:custDataLst>
              <p:tags r:id="rId13"/>
            </p:custDataLst>
          </p:nvPr>
        </p:nvSpPr>
        <p:spPr>
          <a:xfrm>
            <a:off x="7466330" y="3648075"/>
            <a:ext cx="2365375" cy="6673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4"/>
            </p:custDataLst>
          </p:nvPr>
        </p:nvSpPr>
        <p:spPr>
          <a:xfrm>
            <a:off x="2418715" y="1275715"/>
            <a:ext cx="8250555" cy="170561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7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00.xml"/><Relationship Id="rId18" Type="http://schemas.openxmlformats.org/officeDocument/2006/relationships/tags" Target="../tags/tag99.xml"/><Relationship Id="rId17" Type="http://schemas.openxmlformats.org/officeDocument/2006/relationships/tags" Target="../tags/tag98.xml"/><Relationship Id="rId16" Type="http://schemas.openxmlformats.org/officeDocument/2006/relationships/tags" Target="../tags/tag97.xml"/><Relationship Id="rId15" Type="http://schemas.openxmlformats.org/officeDocument/2006/relationships/tags" Target="../tags/tag96.xml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>
            <p:custDataLst>
              <p:tags r:id="rId1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838200" y="365126"/>
            <a:ext cx="10515600" cy="62261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838200" y="1237129"/>
            <a:ext cx="10515600" cy="4939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lt"/>
          <a:cs typeface="MiSans Normal" panose="0000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4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5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6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8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9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0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372100" y="3173095"/>
            <a:ext cx="19329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课程</a:t>
            </a:r>
            <a:r>
              <a:rPr lang="zh-CN" altLang="en-US" sz="3200"/>
              <a:t>收官</a:t>
            </a:r>
            <a:endParaRPr lang="zh-CN" altLang="en-US" sz="320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5356225" y="3198495"/>
            <a:ext cx="18789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1. </a:t>
            </a:r>
            <a:r>
              <a:rPr lang="zh-CN" altLang="en-US" sz="2400"/>
              <a:t>拆解模块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015" y="2183130"/>
            <a:ext cx="8926195" cy="23050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66315" y="2628265"/>
            <a:ext cx="7614920" cy="1384300"/>
          </a:xfrm>
          <a:prstGeom prst="rect">
            <a:avLst/>
          </a:prstGeom>
          <a:solidFill>
            <a:srgbClr val="CDC0FA"/>
          </a:solidFill>
          <a:ln>
            <a:solidFill>
              <a:srgbClr val="CDC0F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015" y="2183130"/>
            <a:ext cx="8926195" cy="23050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526030" y="2813050"/>
            <a:ext cx="2065655" cy="972185"/>
          </a:xfrm>
          <a:prstGeom prst="rect">
            <a:avLst/>
          </a:prstGeom>
          <a:solidFill>
            <a:srgbClr val="FCEDA3"/>
          </a:solidFill>
          <a:ln>
            <a:solidFill>
              <a:srgbClr val="FCEDA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015" y="2183130"/>
            <a:ext cx="8926195" cy="23050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7005" y="1242695"/>
            <a:ext cx="9645015" cy="43719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476375" y="1838325"/>
            <a:ext cx="9670415" cy="371030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52575" y="1341120"/>
            <a:ext cx="930275" cy="41084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7005" y="1242695"/>
            <a:ext cx="9645015" cy="43719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476375" y="2503805"/>
            <a:ext cx="9670415" cy="304482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52575" y="1341120"/>
            <a:ext cx="930275" cy="41084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52185" y="2152015"/>
            <a:ext cx="4380865" cy="2921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7005" y="1242695"/>
            <a:ext cx="9645015" cy="43719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476375" y="3509010"/>
            <a:ext cx="9670415" cy="20396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52575" y="1341120"/>
            <a:ext cx="930275" cy="41084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52185" y="2152015"/>
            <a:ext cx="4380865" cy="2921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685925" y="2484755"/>
            <a:ext cx="4380865" cy="2921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7005" y="1242695"/>
            <a:ext cx="9645015" cy="43719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476375" y="4142105"/>
            <a:ext cx="9670415" cy="140652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52575" y="1341120"/>
            <a:ext cx="930275" cy="41084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52185" y="2152015"/>
            <a:ext cx="4380865" cy="2921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685925" y="2484755"/>
            <a:ext cx="4380865" cy="2921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7005" y="1242695"/>
            <a:ext cx="9645015" cy="43719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476375" y="4753610"/>
            <a:ext cx="9670415" cy="7950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52575" y="1341120"/>
            <a:ext cx="930275" cy="41084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52185" y="2152015"/>
            <a:ext cx="4380865" cy="2921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685925" y="2484755"/>
            <a:ext cx="4380865" cy="2921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7005" y="1242695"/>
            <a:ext cx="9645015" cy="43719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52575" y="1341120"/>
            <a:ext cx="930275" cy="41084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52185" y="2152015"/>
            <a:ext cx="4380865" cy="2921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685925" y="2484755"/>
            <a:ext cx="4380865" cy="2921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5356225" y="3198495"/>
            <a:ext cx="18789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2. </a:t>
            </a:r>
            <a:r>
              <a:rPr lang="zh-CN" altLang="en-US" sz="2400"/>
              <a:t>项目</a:t>
            </a:r>
            <a:r>
              <a:rPr lang="zh-CN" altLang="en-US" sz="2400"/>
              <a:t>扩展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5356225" y="3198495"/>
            <a:ext cx="18789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3. </a:t>
            </a:r>
            <a:r>
              <a:rPr lang="zh-CN" altLang="en-US" sz="2400"/>
              <a:t>未来</a:t>
            </a:r>
            <a:r>
              <a:rPr lang="zh-CN" altLang="en-US" sz="2400"/>
              <a:t>计划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1"/>
          <p:cNvSpPr txBox="1"/>
          <p:nvPr/>
        </p:nvSpPr>
        <p:spPr>
          <a:xfrm>
            <a:off x="4827270" y="3282950"/>
            <a:ext cx="25374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/>
              <a:t>Thank You</a:t>
            </a:r>
            <a:endParaRPr lang="en-US" sz="36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1.0"/>
</p:tagLst>
</file>

<file path=ppt/tags/tag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1.0"/>
</p:tagLst>
</file>

<file path=ppt/tags/tag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1.0"/>
</p:tagLst>
</file>

<file path=ppt/tags/tag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*i*4"/>
  <p:tag name="KSO_WM_UNIT_LAYERLEVEL" val="1"/>
  <p:tag name="KSO_WM_TAG_VERSION" val="1.0"/>
</p:tagLst>
</file>

<file path=ppt/tags/tag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1.0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1.0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1.0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8"/>
  <p:tag name="KSO_WM_UNIT_ID" val="_1*i*8"/>
  <p:tag name="KSO_WM_UNIT_LAYERLEVEL" val="1"/>
  <p:tag name="KSO_WM_TAG_VERSION" val="1.0"/>
</p:tagLst>
</file>

<file path=ppt/tags/tag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9"/>
  <p:tag name="KSO_WM_UNIT_ID" val="_1*i*9"/>
  <p:tag name="KSO_WM_UNIT_LAYERLEVEL" val="1"/>
  <p:tag name="KSO_WM_TAG_VERSION" val="1.0"/>
</p:tagLst>
</file>

<file path=ppt/tags/tag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0"/>
  <p:tag name="KSO_WM_UNIT_ID" val="_1*i*10"/>
  <p:tag name="KSO_WM_UNIT_LAYERLEVEL" val="1"/>
  <p:tag name="KSO_WM_TAG_VERSION" val="1.0"/>
</p:tagLst>
</file>

<file path=ppt/tags/tag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1.0"/>
</p:tagLst>
</file>

<file path=ppt/tags/tag12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1.0"/>
  <p:tag name="KSO_WM_BEAUTIFY_FLAG" val="#wm#"/>
  <p:tag name="KSO_WM_UNIT_CONTENT_GROUP_TYPE" val="contentchip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PRESET_TEXT" val="WPS,a click to unlimited possibilitie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1.0"/>
  <p:tag name="KSO_WM_BEAUTIFY_FLAG" val="#wm#"/>
  <p:tag name="KSO_WM_UNIT_CONTENT_GROUP_TYPE" val="contentchip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1.0"/>
  <p:tag name="KSO_WM_BEAUTIFY_FLAG" val="#wm#"/>
  <p:tag name="KSO_WM_UNIT_CONTENT_GROUP_TYPE" val="contentchip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1.0"/>
  <p:tag name="KSO_WM_BEAUTIFY_FLAG" val="#wm#"/>
  <p:tag name="KSO_WM_UNIT_CONTENT_GROUP_TYPE" val="titlestyle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1.0"/>
  <p:tag name="KSO_WM_UNIT_TYPE" val="i"/>
  <p:tag name="KSO_WM_UNIT_INDEX" val="1"/>
</p:tagLst>
</file>

<file path=ppt/tags/tag2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1.0"/>
  <p:tag name="KSO_WM_UNIT_TYPE" val="i"/>
  <p:tag name="KSO_WM_UNIT_INDEX" val="3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1.0"/>
  <p:tag name="KSO_WM_UNIT_TYPE" val="i"/>
  <p:tag name="KSO_WM_UNIT_INDEX" val="1"/>
</p:tagLst>
</file>

<file path=ppt/tags/tag3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1.0"/>
  <p:tag name="KSO_WM_UNIT_TYPE" val="i"/>
  <p:tag name="KSO_WM_UNIT_INDEX" val="2"/>
</p:tagLst>
</file>

<file path=ppt/tags/tag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1.0"/>
  <p:tag name="KSO_WM_UNIT_TYPE" val="i"/>
  <p:tag name="KSO_WM_UNIT_INDEX" val="3"/>
</p:tagLst>
</file>

<file path=ppt/tags/tag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1.0"/>
  <p:tag name="KSO_WM_UNIT_CONTENT_GROUP_TYPE" val="contentchip"/>
  <p:tag name="KSO_WM_UNIT_TYPE" val="i"/>
  <p:tag name="KSO_WM_UNIT_INDEX" val="4"/>
</p:tagLst>
</file>

<file path=ppt/tags/tag3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1.0"/>
  <p:tag name="KSO_WM_UNIT_TYPE" val="i"/>
  <p:tag name="KSO_WM_UNIT_INDEX" val="5"/>
</p:tagLst>
</file>

<file path=ppt/tags/tag36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1.0"/>
  <p:tag name="KSO_WM_BEAUTIFY_FLAG" val="#wm#"/>
  <p:tag name="KSO_WM_UNIT_CONTENT_GROUP_TYPE" val="contentchip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4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1.0"/>
  <p:tag name="KSO_WM_BEAUTIFY_FLAG" val="#wm#"/>
  <p:tag name="KSO_WM_UNIT_CONTENT_GROUP_TYPE" val="titlestyle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1.0"/>
  <p:tag name="KSO_WM_BEAUTIFY_FLAG" val="#wm#"/>
  <p:tag name="KSO_WM_UNIT_CONTENT_GROUP_TYPE" val="titlestyle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1.0"/>
  <p:tag name="KSO_WM_BEAUTIFY_FLAG" val="#wm#"/>
  <p:tag name="KSO_WM_UNIT_CONTENT_GROUP_TYPE" val="titlestyle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UNIT_TYPE" val="i"/>
  <p:tag name="KSO_WM_UNIT_INDEX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1.0"/>
  <p:tag name="KSO_WM_UNIT_TYPE" val="i"/>
  <p:tag name="KSO_WM_UNIT_INDEX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1.0"/>
  <p:tag name="KSO_WM_UNIT_CONTENT_GROUP_TYPE" val="titlestyle"/>
  <p:tag name="KSO_WM_UNIT_TYPE" val="i"/>
  <p:tag name="KSO_WM_UNIT_INDEX" val="1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1.0"/>
  <p:tag name="KSO_WM_BEAUTIFY_FLAG" val="#wm#"/>
  <p:tag name="KSO_WM_UNIT_CONTENT_GROUP_TYPE" val="titlestyle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1.0"/>
  <p:tag name="KSO_WM_BEAUTIFY_FLAG" val="#wm#"/>
  <p:tag name="KSO_WM_UNIT_CONTENT_GROUP_TYPE" val="titlestyle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1.0"/>
  <p:tag name="KSO_WM_UNIT_TYPE" val="i"/>
  <p:tag name="KSO_WM_UNIT_INDEX" val="1"/>
</p:tagLst>
</file>

<file path=ppt/tags/tag7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1.0"/>
  <p:tag name="KSO_WM_UNIT_TYPE" val="i"/>
  <p:tag name="KSO_WM_UNIT_INDEX" val="2"/>
</p:tagLst>
</file>

<file path=ppt/tags/tag7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1.0"/>
  <p:tag name="KSO_WM_UNIT_TYPE" val="i"/>
  <p:tag name="KSO_WM_UNIT_INDEX" val="3"/>
</p:tagLst>
</file>

<file path=ppt/tags/tag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1.0"/>
  <p:tag name="KSO_WM_UNIT_CONTENT_GROUP_TYPE" val="contentchip"/>
  <p:tag name="KSO_WM_UNIT_TYPE" val="i"/>
  <p:tag name="KSO_WM_UNIT_INDEX" val="4"/>
</p:tagLst>
</file>

<file path=ppt/tags/tag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1.0"/>
  <p:tag name="KSO_WM_UNIT_TYPE" val="i"/>
  <p:tag name="KSO_WM_UNIT_INDEX" val="5"/>
</p:tagLst>
</file>

<file path=ppt/tags/tag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1.0"/>
  <p:tag name="KSO_WM_UNIT_TYPE" val="i"/>
  <p:tag name="KSO_WM_UNIT_INDEX" val="6"/>
</p:tagLst>
</file>

<file path=ppt/tags/tag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1.0"/>
  <p:tag name="KSO_WM_UNIT_TYPE" val="i"/>
  <p:tag name="KSO_WM_UNIT_INDEX" val="7"/>
</p:tagLst>
</file>

<file path=ppt/tags/tag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1.0"/>
  <p:tag name="KSO_WM_UNIT_CONTENT_GROUP_TYPE" val="contentchip"/>
  <p:tag name="KSO_WM_UNIT_TYPE" val="i"/>
  <p:tag name="KSO_WM_UNIT_INDEX" val="8"/>
</p:tagLst>
</file>

<file path=ppt/tags/tag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1.0"/>
  <p:tag name="KSO_WM_UNIT_CONTENT_GROUP_TYPE" val="contentchip"/>
  <p:tag name="KSO_WM_UNIT_TYPE" val="i"/>
  <p:tag name="KSO_WM_UNIT_INDEX" val="9"/>
</p:tagLst>
</file>

<file path=ppt/tags/tag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1.0"/>
  <p:tag name="KSO_WM_UNIT_CONTENT_GROUP_TYPE" val="contentchip"/>
  <p:tag name="KSO_WM_UNIT_TYPE" val="i"/>
  <p:tag name="KSO_WM_UNIT_INDEX" val="10"/>
</p:tagLst>
</file>

<file path=ppt/tags/tag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1.0"/>
  <p:tag name="KSO_WM_UNIT_TYPE" val="i"/>
  <p:tag name="KSO_WM_UNIT_INDEX" val="11"/>
</p:tagLst>
</file>

<file path=ppt/tags/tag88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314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314"/>
</p:tagLst>
</file>

<file path=ppt/tags/tag9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230314"/>
  <p:tag name="KSO_WM_SPECIAL_SOURCE" val="bdnull"/>
  <p:tag name="KSO_WM_TEMPLATE_THUMBS_INDEX" val="1、9"/>
</p:tagLst>
</file>

<file path=ppt/tags/tag10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0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5.xml><?xml version="1.0" encoding="utf-8"?>
<p:tagLst xmlns:p="http://schemas.openxmlformats.org/presentationml/2006/main">
  <p:tag name="COMMONDATA" val="eyJjb3VudCI6MzgsImhkaWQiOiJmNDJlMmZmMmZhNWUyZDkyZTk5MzIxMzQ3MTJiZWMxYyIsInVzZXJDb3VudCI6Mn0="/>
  <p:tag name="KSO_WPP_MARK_KEY" val="7023136d-9efa-45e3-91bf-b99ccddb9299"/>
</p:tagLst>
</file>

<file path=ppt/theme/theme1.xml><?xml version="1.0" encoding="utf-8"?>
<a:theme xmlns:a="http://schemas.openxmlformats.org/drawingml/2006/main" name="Office 主题">
  <a:themeElements>
    <a:clrScheme name="自定义 102">
      <a:dk1>
        <a:srgbClr val="000000"/>
      </a:dk1>
      <a:lt1>
        <a:srgbClr val="FFFFFF"/>
      </a:lt1>
      <a:dk2>
        <a:srgbClr val="011163"/>
      </a:dk2>
      <a:lt2>
        <a:srgbClr val="F3F5FF"/>
      </a:lt2>
      <a:accent1>
        <a:srgbClr val="4864FC"/>
      </a:accent1>
      <a:accent2>
        <a:srgbClr val="6C5EDE"/>
      </a:accent2>
      <a:accent3>
        <a:srgbClr val="9059BF"/>
      </a:accent3>
      <a:accent4>
        <a:srgbClr val="B453A1"/>
      </a:accent4>
      <a:accent5>
        <a:srgbClr val="D84E82"/>
      </a:accent5>
      <a:accent6>
        <a:srgbClr val="FC4864"/>
      </a:accent6>
      <a:hlink>
        <a:srgbClr val="0563C1"/>
      </a:hlink>
      <a:folHlink>
        <a:srgbClr val="954D72"/>
      </a:folHlink>
    </a:clrScheme>
    <a:fontScheme name="自定义 18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Normal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MiSans Normal"/>
        <a:font script="Hebr" typeface="MiSans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Normal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MiSans Normal"/>
        <a:font script="Hebr" typeface="MiSans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34</Words>
  <Application>WPS Presentation</Application>
  <PresentationFormat>宽屏</PresentationFormat>
  <Paragraphs>10</Paragraphs>
  <Slides>14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MiSans Normal</vt:lpstr>
      <vt:lpstr>苹方-简</vt:lpstr>
      <vt:lpstr>Wingdings</vt:lpstr>
      <vt:lpstr>MiSans Heavy</vt:lpstr>
      <vt:lpstr>Microsoft YaHei</vt:lpstr>
      <vt:lpstr>汉仪旗黑</vt:lpstr>
      <vt:lpstr>Arial Unicode MS</vt:lpstr>
      <vt:lpstr>MiSans Normal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谢杰</cp:lastModifiedBy>
  <cp:revision>265</cp:revision>
  <dcterms:created xsi:type="dcterms:W3CDTF">2026-03-17T06:12:37Z</dcterms:created>
  <dcterms:modified xsi:type="dcterms:W3CDTF">2026-03-17T06:12:37Z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1033-12.1.25205.25205</vt:lpwstr>
  </property>
  <property fmtid="{D5CDD505-2E9C-101B-9397-08002B2CF9AE}" pid="3" name="ICV">
    <vt:lpwstr>9F555CF350F8D710F2982C65846E66C9_41</vt:lpwstr>
  </property>
  <property fmtid="{D5CDD505-2E9C-101B-9397-08002B2CF9AE}" pid="4" name="KSOTemplateUUID">
    <vt:lpwstr>v1.0_mb_WWKVAA3calnmZWOTug9OwQ==</vt:lpwstr>
  </property>
</Properties>
</file>