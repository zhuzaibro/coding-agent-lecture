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3"/>
  </p:handoutMasterIdLst>
  <p:sldIdLst>
    <p:sldId id="346" r:id="rId3"/>
    <p:sldId id="426" r:id="rId5"/>
    <p:sldId id="427" r:id="rId6"/>
    <p:sldId id="428" r:id="rId7"/>
    <p:sldId id="466" r:id="rId8"/>
    <p:sldId id="467" r:id="rId9"/>
    <p:sldId id="468" r:id="rId10"/>
    <p:sldId id="429" r:id="rId11"/>
    <p:sldId id="438" r:id="rId12"/>
    <p:sldId id="478" r:id="rId13"/>
    <p:sldId id="479" r:id="rId14"/>
    <p:sldId id="480" r:id="rId15"/>
    <p:sldId id="481" r:id="rId16"/>
    <p:sldId id="482" r:id="rId17"/>
    <p:sldId id="483" r:id="rId18"/>
    <p:sldId id="485" r:id="rId19"/>
    <p:sldId id="484" r:id="rId20"/>
    <p:sldId id="486" r:id="rId21"/>
    <p:sldId id="487" r:id="rId22"/>
    <p:sldId id="488" r:id="rId23"/>
    <p:sldId id="489" r:id="rId24"/>
    <p:sldId id="490" r:id="rId25"/>
    <p:sldId id="430" r:id="rId26"/>
    <p:sldId id="431" r:id="rId27"/>
    <p:sldId id="432" r:id="rId28"/>
    <p:sldId id="433" r:id="rId29"/>
    <p:sldId id="434" r:id="rId30"/>
    <p:sldId id="435" r:id="rId31"/>
    <p:sldId id="477" r:id="rId32"/>
    <p:sldId id="473" r:id="rId33"/>
    <p:sldId id="474" r:id="rId34"/>
    <p:sldId id="475" r:id="rId35"/>
    <p:sldId id="476" r:id="rId36"/>
    <p:sldId id="436" r:id="rId37"/>
    <p:sldId id="492" r:id="rId38"/>
    <p:sldId id="493" r:id="rId39"/>
    <p:sldId id="494" r:id="rId40"/>
    <p:sldId id="495" r:id="rId41"/>
    <p:sldId id="344" r:id="rId42"/>
  </p:sldIdLst>
  <p:sldSz cx="12192000" cy="6858000"/>
  <p:notesSz cx="6858000" cy="9144000"/>
  <p:custDataLst>
    <p:tags r:id="rId4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熊仪_aYju7RJj" initials="熊" lastIdx="0" clrIdx="0"/>
  <p:cmAuthor id="1" name="哒哒 熊猫" initials="哒哒" lastIdx="1" clrIdx="0"/>
  <p:cmAuthor id="8" name="yifei" initials="y" lastIdx="1" clrIdx="7"/>
  <p:cmAuthor id="2" name="kingsoft" initials="k" lastIdx="1" clrIdx="1"/>
  <p:cmAuthor id="9" name="ADMIN" initials="A" lastIdx="1" clrIdx="8"/>
  <p:cmAuthor id="3" name="zhouzean" initials="z" lastIdx="1" clrIdx="2"/>
  <p:cmAuthor id="4" name="李鹏飞_6bQfzI3a" initials="李" lastIdx="0" clrIdx="0"/>
  <p:cmAuthor id="5" name="李晓菲_MZFnUzi6" initials="李" lastIdx="0" clrIdx="0"/>
  <p:cmAuthor id="6" name="小珞_QjMfU7FR" initials="小" lastIdx="0" clrIdx="0"/>
  <p:cmAuthor id="2001" name="骆倩怡_Znauj26B" initials="authorId_382814100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" d="100"/>
          <a:sy n="10" d="100"/>
        </p:scale>
        <p:origin x="-197" y="228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8" Type="http://schemas.openxmlformats.org/officeDocument/2006/relationships/tags" Target="tags/tag140.xml"/><Relationship Id="rId47" Type="http://schemas.openxmlformats.org/officeDocument/2006/relationships/commentAuthors" Target="commentAuthors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handoutMaster" Target="handoutMasters/handoutMaster1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俗称互联网黑话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俗称互联网黑话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俗称互联网黑话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俗称互联网黑话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俗称互联网黑话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俗称互联网黑话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俗称互联网黑话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俗称互联网黑话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0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7" Type="http://schemas.openxmlformats.org/officeDocument/2006/relationships/tags" Target="../tags/tag92.xml"/><Relationship Id="rId16" Type="http://schemas.openxmlformats.org/officeDocument/2006/relationships/tags" Target="../tags/tag91.xml"/><Relationship Id="rId15" Type="http://schemas.openxmlformats.org/officeDocument/2006/relationships/tags" Target="../tags/tag90.xml"/><Relationship Id="rId14" Type="http://schemas.openxmlformats.org/officeDocument/2006/relationships/tags" Target="../tags/tag89.xml"/><Relationship Id="rId13" Type="http://schemas.openxmlformats.org/officeDocument/2006/relationships/tags" Target="../tags/tag88.xml"/><Relationship Id="rId12" Type="http://schemas.openxmlformats.org/officeDocument/2006/relationships/tags" Target="../tags/tag87.xml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>
            <p:custDataLst>
              <p:tags r:id="rId2"/>
            </p:custDataLst>
          </p:nvPr>
        </p:nvSpPr>
        <p:spPr>
          <a:xfrm>
            <a:off x="-14605" y="-14605"/>
            <a:ext cx="6006465" cy="689737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3"/>
            </p:custDataLst>
          </p:nvPr>
        </p:nvSpPr>
        <p:spPr>
          <a:xfrm rot="16200000">
            <a:off x="-1402080" y="1361440"/>
            <a:ext cx="6894830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 rot="16200000">
            <a:off x="-1342039" y="2313346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5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>
            <a:off x="11197590" y="300291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>
            <p:custDataLst>
              <p:tags r:id="rId7"/>
            </p:custDataLst>
          </p:nvPr>
        </p:nvCxnSpPr>
        <p:spPr>
          <a:xfrm>
            <a:off x="11305540" y="193421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8"/>
            </p:custDataLst>
          </p:nvPr>
        </p:nvCxnSpPr>
        <p:spPr>
          <a:xfrm>
            <a:off x="11305540" y="347662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>
            <p:custDataLst>
              <p:tags r:id="rId9"/>
            </p:custDataLst>
          </p:nvPr>
        </p:nvSpPr>
        <p:spPr>
          <a:xfrm>
            <a:off x="10027285" y="4343400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1" name="椭圆 20"/>
          <p:cNvSpPr/>
          <p:nvPr>
            <p:custDataLst>
              <p:tags r:id="rId10"/>
            </p:custDataLst>
          </p:nvPr>
        </p:nvSpPr>
        <p:spPr>
          <a:xfrm>
            <a:off x="10133965" y="4450080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0" name="向下箭头"/>
          <p:cNvSpPr/>
          <p:nvPr>
            <p:custDataLst>
              <p:tags r:id="rId11"/>
            </p:custDataLst>
          </p:nvPr>
        </p:nvSpPr>
        <p:spPr>
          <a:xfrm>
            <a:off x="10238105" y="4542790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13"/>
            </p:custDataLst>
          </p:nvPr>
        </p:nvSpPr>
        <p:spPr>
          <a:xfrm>
            <a:off x="2273300" y="4438650"/>
            <a:ext cx="7589520" cy="6616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sym typeface="+mn-ea"/>
              </a:rPr>
              <a:t>单击编辑文本</a:t>
            </a:r>
            <a:endParaRPr dirty="0">
              <a:sym typeface="+mn-ea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14"/>
            </p:custDataLst>
          </p:nvPr>
        </p:nvSpPr>
        <p:spPr>
          <a:xfrm>
            <a:off x="2273935" y="1953895"/>
            <a:ext cx="8413115" cy="556260"/>
          </a:xfrm>
          <a:prstGeom prst="rect">
            <a:avLst/>
          </a:prstGeom>
          <a:noFill/>
        </p:spPr>
        <p:txBody>
          <a:bodyPr wrap="square" lIns="91440" tIns="45720" rIns="144145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5"/>
            </p:custDataLst>
          </p:nvPr>
        </p:nvSpPr>
        <p:spPr>
          <a:xfrm>
            <a:off x="2273300" y="2510155"/>
            <a:ext cx="8413750" cy="17094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7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直接连接符 59"/>
          <p:cNvCxnSpPr/>
          <p:nvPr>
            <p:custDataLst>
              <p:tags r:id="rId2"/>
            </p:custDataLst>
          </p:nvPr>
        </p:nvCxnSpPr>
        <p:spPr>
          <a:xfrm>
            <a:off x="3509010" y="1475105"/>
            <a:ext cx="0" cy="4572000"/>
          </a:xfrm>
          <a:prstGeom prst="line">
            <a:avLst/>
          </a:prstGeom>
          <a:ln>
            <a:solidFill>
              <a:schemeClr val="bg2">
                <a:lumMod val="50000"/>
                <a:alpha val="2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-18415" y="0"/>
            <a:ext cx="2251075" cy="8718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5" h="1373">
                <a:moveTo>
                  <a:pt x="0" y="0"/>
                </a:moveTo>
                <a:lnTo>
                  <a:pt x="3545" y="0"/>
                </a:lnTo>
                <a:lnTo>
                  <a:pt x="3545" y="1023"/>
                </a:lnTo>
                <a:cubicBezTo>
                  <a:pt x="3545" y="1217"/>
                  <a:pt x="3389" y="1373"/>
                  <a:pt x="3195" y="1373"/>
                </a:cubicBezTo>
                <a:lnTo>
                  <a:pt x="9" y="1373"/>
                </a:lnTo>
                <a:lnTo>
                  <a:pt x="0" y="137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1165860" y="4138930"/>
            <a:ext cx="1375408" cy="195199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>
            <a:normAutofit/>
          </a:bodyPr>
          <a:lstStyle>
            <a:lvl1pPr marL="0" marR="0" lvl="0" algn="just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2000" b="0" i="0" u="none" strike="noStrike" kern="1200" cap="none" spc="0" normalizeH="0" baseline="0" noProof="1">
                <a:solidFill>
                  <a:schemeClr val="bg1">
                    <a:lumMod val="85000"/>
                  </a:schemeClr>
                </a:solidFill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just">
              <a:buClrTx/>
              <a:buSzTx/>
              <a:buFontTx/>
            </a:pPr>
            <a:r>
              <a:rPr dirty="0" err="1">
                <a:sym typeface="+mn-ea"/>
              </a:rPr>
              <a:t>单击编辑副标题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1166495" y="1793240"/>
            <a:ext cx="1375410" cy="212221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>
            <p:custDataLst>
              <p:tags r:id="rId2"/>
            </p:custDataLst>
          </p:nvPr>
        </p:nvSpPr>
        <p:spPr>
          <a:xfrm rot="16200000">
            <a:off x="977900" y="1336040"/>
            <a:ext cx="4351020" cy="435102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椭圆 10"/>
          <p:cNvSpPr/>
          <p:nvPr>
            <p:custDataLst>
              <p:tags r:id="rId3"/>
            </p:custDataLst>
          </p:nvPr>
        </p:nvSpPr>
        <p:spPr>
          <a:xfrm rot="16200000">
            <a:off x="1828800" y="2186940"/>
            <a:ext cx="2649220" cy="264922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9" name="弧形 8"/>
          <p:cNvSpPr/>
          <p:nvPr>
            <p:custDataLst>
              <p:tags r:id="rId4"/>
            </p:custDataLst>
          </p:nvPr>
        </p:nvSpPr>
        <p:spPr>
          <a:xfrm>
            <a:off x="301625" y="659765"/>
            <a:ext cx="5703570" cy="5703570"/>
          </a:xfrm>
          <a:prstGeom prst="arc">
            <a:avLst>
              <a:gd name="adj1" fmla="val 16200000"/>
              <a:gd name="adj2" fmla="val 5319923"/>
            </a:avLst>
          </a:prstGeom>
          <a:ln>
            <a:solidFill>
              <a:schemeClr val="bg2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圆角矩形 9"/>
          <p:cNvSpPr/>
          <p:nvPr>
            <p:custDataLst>
              <p:tags r:id="rId5"/>
            </p:custDataLst>
          </p:nvPr>
        </p:nvSpPr>
        <p:spPr>
          <a:xfrm rot="10800000">
            <a:off x="6876415" y="3851910"/>
            <a:ext cx="240855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6"/>
            </p:custDataLst>
          </p:nvPr>
        </p:nvSpPr>
        <p:spPr>
          <a:xfrm flipV="1">
            <a:off x="8945880" y="0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1828800" y="3004185"/>
            <a:ext cx="2649220" cy="120840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0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节编号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6732905" y="2092325"/>
            <a:ext cx="5005070" cy="16840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8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4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3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>
            <p:custDataLst>
              <p:tags r:id="rId4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/>
            <p:custDataLst>
              <p:tags r:id="rId5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文"/>
          <p:cNvSpPr txBox="1">
            <a:spLocks noGrp="1"/>
          </p:cNvSpPr>
          <p:nvPr>
            <p:ph idx="6"/>
            <p:custDataLst>
              <p:tags r:id="rId2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3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5"/>
            </p:custDataLst>
          </p:nvPr>
        </p:nvSpPr>
        <p:spPr>
          <a:xfrm>
            <a:off x="6084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7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2"/>
            <p:custDataLst>
              <p:tags r:id="rId2"/>
            </p:custDataLst>
          </p:nvPr>
        </p:nvSpPr>
        <p:spPr>
          <a:xfrm>
            <a:off x="608330" y="397510"/>
            <a:ext cx="10968990" cy="58591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608330" y="1075690"/>
            <a:ext cx="10968990" cy="47180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 algn="l"/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 22"/>
          <p:cNvSpPr/>
          <p:nvPr>
            <p:custDataLst>
              <p:tags r:id="rId2"/>
            </p:custDataLst>
          </p:nvPr>
        </p:nvSpPr>
        <p:spPr>
          <a:xfrm>
            <a:off x="-14605" y="-14605"/>
            <a:ext cx="6006465" cy="689737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"/>
            </p:custDataLst>
          </p:nvPr>
        </p:nvSpPr>
        <p:spPr>
          <a:xfrm rot="16200000">
            <a:off x="-1402080" y="1361440"/>
            <a:ext cx="6894830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4"/>
            </p:custDataLst>
          </p:nvPr>
        </p:nvSpPr>
        <p:spPr>
          <a:xfrm rot="16200000">
            <a:off x="-1342039" y="2313346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30" name="圆角矩形 29"/>
          <p:cNvSpPr/>
          <p:nvPr>
            <p:custDataLst>
              <p:tags r:id="rId5"/>
            </p:custDataLst>
          </p:nvPr>
        </p:nvSpPr>
        <p:spPr>
          <a:xfrm rot="10800000">
            <a:off x="5155565" y="3089275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32" name="直接连接符 31"/>
          <p:cNvCxnSpPr/>
          <p:nvPr>
            <p:custDataLst>
              <p:tags r:id="rId6"/>
            </p:custDataLst>
          </p:nvPr>
        </p:nvCxnSpPr>
        <p:spPr>
          <a:xfrm>
            <a:off x="11197590" y="298132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>
            <p:custDataLst>
              <p:tags r:id="rId7"/>
            </p:custDataLst>
          </p:nvPr>
        </p:nvCxnSpPr>
        <p:spPr>
          <a:xfrm>
            <a:off x="11305540" y="191262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>
            <p:custDataLst>
              <p:tags r:id="rId8"/>
            </p:custDataLst>
          </p:nvPr>
        </p:nvCxnSpPr>
        <p:spPr>
          <a:xfrm>
            <a:off x="11305540" y="345503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/>
          <p:cNvSpPr/>
          <p:nvPr>
            <p:custDataLst>
              <p:tags r:id="rId9"/>
            </p:custDataLst>
          </p:nvPr>
        </p:nvSpPr>
        <p:spPr>
          <a:xfrm>
            <a:off x="10016490" y="3576955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8" name="椭圆 37"/>
          <p:cNvSpPr/>
          <p:nvPr>
            <p:custDataLst>
              <p:tags r:id="rId10"/>
            </p:custDataLst>
          </p:nvPr>
        </p:nvSpPr>
        <p:spPr>
          <a:xfrm>
            <a:off x="10123170" y="3683635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9" name="向下箭头"/>
          <p:cNvSpPr/>
          <p:nvPr>
            <p:custDataLst>
              <p:tags r:id="rId11"/>
            </p:custDataLst>
          </p:nvPr>
        </p:nvSpPr>
        <p:spPr>
          <a:xfrm>
            <a:off x="10227310" y="3776345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署名"/>
          <p:cNvSpPr txBox="1">
            <a:spLocks noGrp="1"/>
          </p:cNvSpPr>
          <p:nvPr>
            <p:ph type="body" idx="2" hasCustomPrompt="1"/>
            <p:custDataLst>
              <p:tags r:id="rId13"/>
            </p:custDataLst>
          </p:nvPr>
        </p:nvSpPr>
        <p:spPr>
          <a:xfrm>
            <a:off x="7466330" y="3648075"/>
            <a:ext cx="2365375" cy="6673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4"/>
            </p:custDataLst>
          </p:nvPr>
        </p:nvSpPr>
        <p:spPr>
          <a:xfrm>
            <a:off x="2418715" y="1275715"/>
            <a:ext cx="8250555" cy="170561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7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00.xml"/><Relationship Id="rId18" Type="http://schemas.openxmlformats.org/officeDocument/2006/relationships/tags" Target="../tags/tag99.xml"/><Relationship Id="rId17" Type="http://schemas.openxmlformats.org/officeDocument/2006/relationships/tags" Target="../tags/tag98.xml"/><Relationship Id="rId16" Type="http://schemas.openxmlformats.org/officeDocument/2006/relationships/tags" Target="../tags/tag97.xml"/><Relationship Id="rId15" Type="http://schemas.openxmlformats.org/officeDocument/2006/relationships/tags" Target="../tags/tag96.xml"/><Relationship Id="rId14" Type="http://schemas.openxmlformats.org/officeDocument/2006/relationships/tags" Target="../tags/tag95.xml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>
            <p:custDataLst>
              <p:tags r:id="rId1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838200" y="365126"/>
            <a:ext cx="10515600" cy="62261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838200" y="1237129"/>
            <a:ext cx="10515600" cy="4939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lt"/>
          <a:cs typeface="MiSans Normal" panose="0000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3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4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5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6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9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0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1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2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3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4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5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6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7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8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9.xml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0.xml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1.xml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2.xml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3.xml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4.xml"/><Relationship Id="rId1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5.xml"/><Relationship Id="rId1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6.xml"/><Relationship Id="rId1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7.xml"/><Relationship Id="rId1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9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0.xml"/><Relationship Id="rId1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1.xml"/><Relationship Id="rId1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2.xml"/><Relationship Id="rId1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3.xml"/><Relationship Id="rId1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4.xml"/><Relationship Id="rId1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5.xml"/><Relationship Id="rId1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6.xml"/><Relationship Id="rId1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7.xml"/><Relationship Id="rId1" Type="http://schemas.openxmlformats.org/officeDocument/2006/relationships/image" Target="../media/image17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8.xml"/><Relationship Id="rId1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129530" y="3136900"/>
            <a:ext cx="19329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简历</a:t>
            </a:r>
            <a:r>
              <a:rPr lang="zh-CN" altLang="en-US" sz="3200"/>
              <a:t>书写</a:t>
            </a:r>
            <a:endParaRPr lang="zh-CN" altLang="en-US" sz="320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3880" y="360045"/>
            <a:ext cx="7628890" cy="61385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2870" y="177165"/>
            <a:ext cx="6965950" cy="65036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305" y="970915"/>
            <a:ext cx="10359390" cy="491553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66775" y="1629410"/>
            <a:ext cx="10487025" cy="452818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305" y="970915"/>
            <a:ext cx="10359390" cy="491553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66775" y="2423795"/>
            <a:ext cx="10487025" cy="3733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305" y="970915"/>
            <a:ext cx="10359390" cy="491553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66775" y="3346450"/>
            <a:ext cx="10487025" cy="281114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305" y="970915"/>
            <a:ext cx="10359390" cy="49155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620260" y="3198495"/>
            <a:ext cx="295148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2400" b="1" i="0">
                <a:solidFill>
                  <a:srgbClr val="37352F"/>
                </a:solidFill>
                <a:latin typeface="-apple-system"/>
                <a:ea typeface="-apple-system"/>
              </a:rPr>
              <a:t>核心职责与技术实现</a:t>
            </a:r>
            <a:endParaRPr lang="zh-CN" altLang="en-US" sz="2400" b="1" i="0">
              <a:solidFill>
                <a:srgbClr val="37352F"/>
              </a:solidFill>
              <a:latin typeface="-apple-system"/>
              <a:ea typeface="-apple-system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187065" y="19996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编写原则</a:t>
            </a:r>
            <a:r>
              <a:rPr lang="en-US" altLang="zh-CN"/>
              <a:t>：</a:t>
            </a:r>
            <a:endParaRPr lang="en-US" altLang="zh-C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7065" y="2744470"/>
            <a:ext cx="5486400" cy="7467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5735" y="2085975"/>
            <a:ext cx="6075680" cy="21259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676525" y="3138805"/>
            <a:ext cx="4178935" cy="97980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5735" y="2085975"/>
            <a:ext cx="6075680" cy="21259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3530" y="2441575"/>
            <a:ext cx="6135370" cy="19748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013710" y="3535680"/>
            <a:ext cx="4178935" cy="97980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3530" y="2441575"/>
            <a:ext cx="6135370" cy="19748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4598670" y="3244850"/>
            <a:ext cx="2994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适当使用一些</a:t>
            </a:r>
            <a:r>
              <a:rPr lang="en-US" altLang="en-US"/>
              <a:t>“</a:t>
            </a:r>
            <a:r>
              <a:rPr lang="zh-CN" altLang="en-US"/>
              <a:t>工程语境词</a:t>
            </a:r>
            <a:r>
              <a:rPr lang="en-US" altLang="en-US"/>
              <a:t>”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5005" y="977900"/>
            <a:ext cx="8957310" cy="46431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2625" y="950595"/>
            <a:ext cx="8286750" cy="49568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9270" y="2001520"/>
            <a:ext cx="3552825" cy="263461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66235" y="3328670"/>
            <a:ext cx="3608705" cy="131953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9270" y="2001520"/>
            <a:ext cx="3552825" cy="26346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7900" y="224790"/>
            <a:ext cx="2443480" cy="64084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96155" y="2178685"/>
            <a:ext cx="2269490" cy="437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7900" y="224790"/>
            <a:ext cx="2443480" cy="64084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96155" y="3549015"/>
            <a:ext cx="2269490" cy="300863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7900" y="224790"/>
            <a:ext cx="2443480" cy="64084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96155" y="4908550"/>
            <a:ext cx="2269490" cy="164909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7900" y="224790"/>
            <a:ext cx="2443480" cy="64084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2630" y="2868930"/>
            <a:ext cx="8206740" cy="17697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45" y="2719705"/>
            <a:ext cx="8601710" cy="17151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930" y="2707640"/>
            <a:ext cx="8232140" cy="17970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8700" y="2937510"/>
            <a:ext cx="7594600" cy="14109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5925" y="2736215"/>
            <a:ext cx="6280150" cy="16649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247005" y="3168015"/>
            <a:ext cx="17856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/>
              <a:t> </a:t>
            </a:r>
            <a:r>
              <a:rPr lang="zh-CN" altLang="en-US" sz="2800"/>
              <a:t>项目成果</a:t>
            </a:r>
            <a:endParaRPr lang="zh-CN" altLang="en-US" sz="2800"/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127125" y="11798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编写原则</a:t>
            </a:r>
            <a:r>
              <a:rPr lang="en-US" altLang="zh-CN"/>
              <a:t>：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127125" y="11798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编写原则</a:t>
            </a:r>
            <a:r>
              <a:rPr lang="en-US" altLang="zh-CN"/>
              <a:t>：</a:t>
            </a:r>
            <a:endParaRPr lang="en-US" altLang="zh-C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650" y="1811020"/>
            <a:ext cx="9996170" cy="414591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47395" y="2308860"/>
            <a:ext cx="10287000" cy="395859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127125" y="11798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编写原则</a:t>
            </a:r>
            <a:r>
              <a:rPr lang="en-US" altLang="zh-CN"/>
              <a:t>：</a:t>
            </a:r>
            <a:endParaRPr lang="en-US" altLang="zh-C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650" y="1811020"/>
            <a:ext cx="9996170" cy="414591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47395" y="3776980"/>
            <a:ext cx="10287000" cy="249047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127125" y="11798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编写原则</a:t>
            </a:r>
            <a:r>
              <a:rPr lang="en-US" altLang="zh-CN"/>
              <a:t>：</a:t>
            </a:r>
            <a:endParaRPr lang="en-US" altLang="zh-C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650" y="1811020"/>
            <a:ext cx="9996170" cy="414591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47395" y="4867910"/>
            <a:ext cx="10287000" cy="13995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127125" y="11798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编写原则</a:t>
            </a:r>
            <a:r>
              <a:rPr lang="en-US" altLang="zh-CN"/>
              <a:t>：</a:t>
            </a:r>
            <a:endParaRPr lang="en-US" altLang="zh-C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650" y="1811020"/>
            <a:ext cx="9996170" cy="41459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165" y="2736215"/>
            <a:ext cx="10325100" cy="1691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0875" y="3128010"/>
            <a:ext cx="10647045" cy="130937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165" y="2736215"/>
            <a:ext cx="10325100" cy="1691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0875" y="3429000"/>
            <a:ext cx="10647045" cy="10083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165" y="2736215"/>
            <a:ext cx="10325100" cy="1691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0875" y="3730625"/>
            <a:ext cx="10647045" cy="70675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165" y="2736215"/>
            <a:ext cx="10325100" cy="1691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0875" y="4060825"/>
            <a:ext cx="10647045" cy="37655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165" y="2736215"/>
            <a:ext cx="10325100" cy="16916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1"/>
          <p:cNvSpPr txBox="1"/>
          <p:nvPr/>
        </p:nvSpPr>
        <p:spPr>
          <a:xfrm>
            <a:off x="4827270" y="3282950"/>
            <a:ext cx="25374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/>
              <a:t>Thank You</a:t>
            </a:r>
            <a:endParaRPr lang="en-US" sz="36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1.0"/>
</p:tagLst>
</file>

<file path=ppt/tags/tag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1.0"/>
</p:tagLst>
</file>

<file path=ppt/tags/tag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1.0"/>
</p:tagLst>
</file>

<file path=ppt/tags/tag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1*i*4"/>
  <p:tag name="KSO_WM_UNIT_LAYERLEVEL" val="1"/>
  <p:tag name="KSO_WM_TAG_VERSION" val="1.0"/>
</p:tagLst>
</file>

<file path=ppt/tags/tag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1.0"/>
</p:tagLst>
</file>

<file path=ppt/tags/tag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1.0"/>
</p:tagLst>
</file>

<file path=ppt/tags/tag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1.0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8"/>
  <p:tag name="KSO_WM_UNIT_ID" val="_1*i*8"/>
  <p:tag name="KSO_WM_UNIT_LAYERLEVEL" val="1"/>
  <p:tag name="KSO_WM_TAG_VERSION" val="1.0"/>
</p:tagLst>
</file>

<file path=ppt/tags/tag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9"/>
  <p:tag name="KSO_WM_UNIT_ID" val="_1*i*9"/>
  <p:tag name="KSO_WM_UNIT_LAYERLEVEL" val="1"/>
  <p:tag name="KSO_WM_TAG_VERSION" val="1.0"/>
</p:tagLst>
</file>

<file path=ppt/tags/tag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0"/>
  <p:tag name="KSO_WM_UNIT_ID" val="_1*i*10"/>
  <p:tag name="KSO_WM_UNIT_LAYERLEVEL" val="1"/>
  <p:tag name="KSO_WM_TAG_VERSION" val="1.0"/>
</p:tagLst>
</file>

<file path=ppt/tags/tag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1.0"/>
</p:tagLst>
</file>

<file path=ppt/tags/tag12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1.0"/>
  <p:tag name="KSO_WM_BEAUTIFY_FLAG" val="#wm#"/>
  <p:tag name="KSO_WM_UNIT_CONTENT_GROUP_TYPE" val="contentchip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PRESET_TEXT" val="WPS,a click to unlimited possibilitie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1.0"/>
  <p:tag name="KSO_WM_BEAUTIFY_FLAG" val="#wm#"/>
  <p:tag name="KSO_WM_UNIT_CONTENT_GROUP_TYPE" val="contentchip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1.0"/>
  <p:tag name="KSO_WM_BEAUTIFY_FLAG" val="#wm#"/>
  <p:tag name="KSO_WM_UNIT_CONTENT_GROUP_TYPE" val="contentchip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1.0"/>
  <p:tag name="KSO_WM_BEAUTIFY_FLAG" val="#wm#"/>
  <p:tag name="KSO_WM_UNIT_CONTENT_GROUP_TYPE" val="titlestyle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1.0"/>
  <p:tag name="KSO_WM_UNIT_TYPE" val="i"/>
  <p:tag name="KSO_WM_UNIT_INDEX" val="1"/>
</p:tagLst>
</file>

<file path=ppt/tags/tag2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1.0"/>
  <p:tag name="KSO_WM_UNIT_TYPE" val="i"/>
  <p:tag name="KSO_WM_UNIT_INDEX" val="3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1.0"/>
  <p:tag name="KSO_WM_UNIT_TYPE" val="i"/>
  <p:tag name="KSO_WM_UNIT_INDEX" val="1"/>
</p:tagLst>
</file>

<file path=ppt/tags/tag3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1.0"/>
  <p:tag name="KSO_WM_UNIT_TYPE" val="i"/>
  <p:tag name="KSO_WM_UNIT_INDEX" val="2"/>
</p:tagLst>
</file>

<file path=ppt/tags/tag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1.0"/>
  <p:tag name="KSO_WM_UNIT_TYPE" val="i"/>
  <p:tag name="KSO_WM_UNIT_INDEX" val="3"/>
</p:tagLst>
</file>

<file path=ppt/tags/tag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1.0"/>
  <p:tag name="KSO_WM_UNIT_CONTENT_GROUP_TYPE" val="contentchip"/>
  <p:tag name="KSO_WM_UNIT_TYPE" val="i"/>
  <p:tag name="KSO_WM_UNIT_INDEX" val="4"/>
</p:tagLst>
</file>

<file path=ppt/tags/tag3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1.0"/>
  <p:tag name="KSO_WM_UNIT_TYPE" val="i"/>
  <p:tag name="KSO_WM_UNIT_INDEX" val="5"/>
</p:tagLst>
</file>

<file path=ppt/tags/tag36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1.0"/>
  <p:tag name="KSO_WM_BEAUTIFY_FLAG" val="#wm#"/>
  <p:tag name="KSO_WM_UNIT_CONTENT_GROUP_TYPE" val="contentchip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4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1.0"/>
  <p:tag name="KSO_WM_BEAUTIFY_FLAG" val="#wm#"/>
  <p:tag name="KSO_WM_UNIT_CONTENT_GROUP_TYPE" val="titlestyle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1.0"/>
  <p:tag name="KSO_WM_BEAUTIFY_FLAG" val="#wm#"/>
  <p:tag name="KSO_WM_UNIT_CONTENT_GROUP_TYPE" val="titlestyle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1.0"/>
  <p:tag name="KSO_WM_BEAUTIFY_FLAG" val="#wm#"/>
  <p:tag name="KSO_WM_UNIT_CONTENT_GROUP_TYPE" val="titlestyle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UNIT_TYPE" val="i"/>
  <p:tag name="KSO_WM_UNIT_INDEX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6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1.0"/>
  <p:tag name="KSO_WM_UNIT_TYPE" val="i"/>
  <p:tag name="KSO_WM_UNIT_INDEX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1.0"/>
  <p:tag name="KSO_WM_UNIT_CONTENT_GROUP_TYPE" val="titlestyle"/>
  <p:tag name="KSO_WM_UNIT_TYPE" val="i"/>
  <p:tag name="KSO_WM_UNIT_INDEX" val="1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1.0"/>
  <p:tag name="KSO_WM_BEAUTIFY_FLAG" val="#wm#"/>
  <p:tag name="KSO_WM_UNIT_CONTENT_GROUP_TYPE" val="titlestyle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1.0"/>
  <p:tag name="KSO_WM_BEAUTIFY_FLAG" val="#wm#"/>
  <p:tag name="KSO_WM_UNIT_CONTENT_GROUP_TYPE" val="titlestyle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1.0"/>
  <p:tag name="KSO_WM_UNIT_TYPE" val="i"/>
  <p:tag name="KSO_WM_UNIT_INDEX" val="1"/>
</p:tagLst>
</file>

<file path=ppt/tags/tag7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1.0"/>
  <p:tag name="KSO_WM_UNIT_TYPE" val="i"/>
  <p:tag name="KSO_WM_UNIT_INDEX" val="2"/>
</p:tagLst>
</file>

<file path=ppt/tags/tag7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1.0"/>
  <p:tag name="KSO_WM_UNIT_TYPE" val="i"/>
  <p:tag name="KSO_WM_UNIT_INDEX" val="3"/>
</p:tagLst>
</file>

<file path=ppt/tags/tag8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1.0"/>
  <p:tag name="KSO_WM_UNIT_CONTENT_GROUP_TYPE" val="contentchip"/>
  <p:tag name="KSO_WM_UNIT_TYPE" val="i"/>
  <p:tag name="KSO_WM_UNIT_INDEX" val="4"/>
</p:tagLst>
</file>

<file path=ppt/tags/tag8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1.0"/>
  <p:tag name="KSO_WM_UNIT_TYPE" val="i"/>
  <p:tag name="KSO_WM_UNIT_INDEX" val="5"/>
</p:tagLst>
</file>

<file path=ppt/tags/tag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1.0"/>
  <p:tag name="KSO_WM_UNIT_TYPE" val="i"/>
  <p:tag name="KSO_WM_UNIT_INDEX" val="6"/>
</p:tagLst>
</file>

<file path=ppt/tags/tag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1.0"/>
  <p:tag name="KSO_WM_UNIT_TYPE" val="i"/>
  <p:tag name="KSO_WM_UNIT_INDEX" val="7"/>
</p:tagLst>
</file>

<file path=ppt/tags/tag8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1.0"/>
  <p:tag name="KSO_WM_UNIT_CONTENT_GROUP_TYPE" val="contentchip"/>
  <p:tag name="KSO_WM_UNIT_TYPE" val="i"/>
  <p:tag name="KSO_WM_UNIT_INDEX" val="8"/>
</p:tagLst>
</file>

<file path=ppt/tags/tag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1.0"/>
  <p:tag name="KSO_WM_UNIT_CONTENT_GROUP_TYPE" val="contentchip"/>
  <p:tag name="KSO_WM_UNIT_TYPE" val="i"/>
  <p:tag name="KSO_WM_UNIT_INDEX" val="9"/>
</p:tagLst>
</file>

<file path=ppt/tags/tag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1.0"/>
  <p:tag name="KSO_WM_UNIT_CONTENT_GROUP_TYPE" val="contentchip"/>
  <p:tag name="KSO_WM_UNIT_TYPE" val="i"/>
  <p:tag name="KSO_WM_UNIT_INDEX" val="10"/>
</p:tagLst>
</file>

<file path=ppt/tags/tag8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1.0"/>
  <p:tag name="KSO_WM_UNIT_TYPE" val="i"/>
  <p:tag name="KSO_WM_UNIT_INDEX" val="11"/>
</p:tagLst>
</file>

<file path=ppt/tags/tag88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0314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0314"/>
</p:tagLst>
</file>

<file path=ppt/tags/tag99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1.0"/>
  <p:tag name="KSO_WM_BEAUTIFY_FLAG" val="#wm#"/>
  <p:tag name="KSO_WM_TEMPLATE_CATEGORY" val="custom"/>
  <p:tag name="KSO_WM_TEMPLATE_INDEX" val="20230314"/>
  <p:tag name="KSO_WM_SPECIAL_SOURCE" val="bdnull"/>
  <p:tag name="KSO_WM_TEMPLATE_THUMBS_INDEX" val="1、9"/>
</p:tagLst>
</file>

<file path=ppt/tags/tag10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0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0.xml><?xml version="1.0" encoding="utf-8"?>
<p:tagLst xmlns:p="http://schemas.openxmlformats.org/presentationml/2006/main">
  <p:tag name="COMMONDATA" val="eyJjb3VudCI6MzgsImhkaWQiOiJmNDJlMmZmMmZhNWUyZDkyZTk5MzIxMzQ3MTJiZWMxYyIsInVzZXJDb3VudCI6Mn0="/>
  <p:tag name="KSO_WPP_MARK_KEY" val="7023136d-9efa-45e3-91bf-b99ccddb9299"/>
</p:tagLst>
</file>

<file path=ppt/theme/theme1.xml><?xml version="1.0" encoding="utf-8"?>
<a:theme xmlns:a="http://schemas.openxmlformats.org/drawingml/2006/main" name="Office 主题">
  <a:themeElements>
    <a:clrScheme name="自定义 102">
      <a:dk1>
        <a:srgbClr val="000000"/>
      </a:dk1>
      <a:lt1>
        <a:srgbClr val="FFFFFF"/>
      </a:lt1>
      <a:dk2>
        <a:srgbClr val="011163"/>
      </a:dk2>
      <a:lt2>
        <a:srgbClr val="F3F5FF"/>
      </a:lt2>
      <a:accent1>
        <a:srgbClr val="4864FC"/>
      </a:accent1>
      <a:accent2>
        <a:srgbClr val="6C5EDE"/>
      </a:accent2>
      <a:accent3>
        <a:srgbClr val="9059BF"/>
      </a:accent3>
      <a:accent4>
        <a:srgbClr val="B453A1"/>
      </a:accent4>
      <a:accent5>
        <a:srgbClr val="D84E82"/>
      </a:accent5>
      <a:accent6>
        <a:srgbClr val="FC4864"/>
      </a:accent6>
      <a:hlink>
        <a:srgbClr val="0563C1"/>
      </a:hlink>
      <a:folHlink>
        <a:srgbClr val="954D72"/>
      </a:folHlink>
    </a:clrScheme>
    <a:fontScheme name="自定义 18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Normal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MiSans Normal"/>
        <a:font script="Hebr" typeface="MiSans Norm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Normal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MiSans Normal"/>
        <a:font script="Hebr" typeface="MiSans Norm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70</Words>
  <Application>WPS Presentation</Application>
  <PresentationFormat>宽屏</PresentationFormat>
  <Paragraphs>22</Paragraphs>
  <Slides>39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6" baseType="lpstr">
      <vt:lpstr>Arial</vt:lpstr>
      <vt:lpstr>SimSun</vt:lpstr>
      <vt:lpstr>Wingdings</vt:lpstr>
      <vt:lpstr>MiSans Normal</vt:lpstr>
      <vt:lpstr>苹方-简</vt:lpstr>
      <vt:lpstr>Wingdings</vt:lpstr>
      <vt:lpstr>MiSans Heavy</vt:lpstr>
      <vt:lpstr>-apple-system</vt:lpstr>
      <vt:lpstr>Thonburi</vt:lpstr>
      <vt:lpstr>Microsoft YaHei</vt:lpstr>
      <vt:lpstr>汉仪旗黑</vt:lpstr>
      <vt:lpstr>Arial Unicode MS</vt:lpstr>
      <vt:lpstr>-apple-system</vt:lpstr>
      <vt:lpstr>MiSans Normal</vt:lpstr>
      <vt:lpstr>汉仪书宋二KW</vt:lpstr>
      <vt:lpstr>SimSun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谢杰</cp:lastModifiedBy>
  <cp:revision>267</cp:revision>
  <dcterms:created xsi:type="dcterms:W3CDTF">2026-03-05T05:31:40Z</dcterms:created>
  <dcterms:modified xsi:type="dcterms:W3CDTF">2026-03-05T05:31:40Z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1033-12.1.25201.25201</vt:lpwstr>
  </property>
  <property fmtid="{D5CDD505-2E9C-101B-9397-08002B2CF9AE}" pid="3" name="ICV">
    <vt:lpwstr>9F555CF350F8D710F2982C65846E66C9_41</vt:lpwstr>
  </property>
  <property fmtid="{D5CDD505-2E9C-101B-9397-08002B2CF9AE}" pid="4" name="KSOTemplateUUID">
    <vt:lpwstr>v1.0_mb_WWKVAA3calnmZWOTug9OwQ==</vt:lpwstr>
  </property>
</Properties>
</file>