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handoutMasterIdLst>
    <p:handoutMasterId r:id="rId31"/>
  </p:handoutMasterIdLst>
  <p:sldIdLst>
    <p:sldId id="346" r:id="rId3"/>
    <p:sldId id="426" r:id="rId5"/>
    <p:sldId id="427" r:id="rId6"/>
    <p:sldId id="481" r:id="rId7"/>
    <p:sldId id="482" r:id="rId8"/>
    <p:sldId id="429" r:id="rId9"/>
    <p:sldId id="485" r:id="rId10"/>
    <p:sldId id="430" r:id="rId11"/>
    <p:sldId id="486" r:id="rId12"/>
    <p:sldId id="431" r:id="rId13"/>
    <p:sldId id="432" r:id="rId14"/>
    <p:sldId id="433" r:id="rId15"/>
    <p:sldId id="434" r:id="rId16"/>
    <p:sldId id="435" r:id="rId17"/>
    <p:sldId id="436" r:id="rId18"/>
    <p:sldId id="437" r:id="rId19"/>
    <p:sldId id="438" r:id="rId20"/>
    <p:sldId id="487" r:id="rId21"/>
    <p:sldId id="488" r:id="rId22"/>
    <p:sldId id="489" r:id="rId23"/>
    <p:sldId id="490" r:id="rId24"/>
    <p:sldId id="439" r:id="rId25"/>
    <p:sldId id="440" r:id="rId26"/>
    <p:sldId id="491" r:id="rId27"/>
    <p:sldId id="492" r:id="rId28"/>
    <p:sldId id="493" r:id="rId29"/>
    <p:sldId id="344" r:id="rId30"/>
  </p:sldIdLst>
  <p:sldSz cx="12192000" cy="6858000"/>
  <p:notesSz cx="6858000" cy="9144000"/>
  <p:custDataLst>
    <p:tags r:id="rId36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7" name="熊仪_aYju7RJj" initials="熊" lastIdx="0" clrIdx="0"/>
  <p:cmAuthor id="1" name="哒哒 熊猫" initials="哒哒" lastIdx="1" clrIdx="0"/>
  <p:cmAuthor id="8" name="yifei" initials="y" lastIdx="1" clrIdx="7"/>
  <p:cmAuthor id="2" name="kingsoft" initials="k" lastIdx="1" clrIdx="1"/>
  <p:cmAuthor id="9" name="ADMIN" initials="A" lastIdx="1" clrIdx="8"/>
  <p:cmAuthor id="3" name="zhouzean" initials="z" lastIdx="1" clrIdx="2"/>
  <p:cmAuthor id="4" name="李鹏飞_6bQfzI3a" initials="李" lastIdx="0" clrIdx="0"/>
  <p:cmAuthor id="5" name="李晓菲_MZFnUzi6" initials="李" lastIdx="0" clrIdx="0"/>
  <p:cmAuthor id="6" name="小珞_QjMfU7FR" initials="小" lastIdx="0" clrIdx="0"/>
  <p:cmAuthor id="2001" name="骆倩怡_Znauj26B" initials="authorId_382814100" lastIdx="0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howGuides="1">
      <p:cViewPr varScale="1">
        <p:scale>
          <a:sx n="10" d="100"/>
          <a:sy n="10" d="100"/>
        </p:scale>
        <p:origin x="-197" y="2280"/>
      </p:cViewPr>
      <p:guideLst>
        <p:guide orient="horz" pos="2160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6" Type="http://schemas.openxmlformats.org/officeDocument/2006/relationships/tags" Target="tags/tag128.xml"/><Relationship Id="rId35" Type="http://schemas.openxmlformats.org/officeDocument/2006/relationships/commentAuthors" Target="commentAuthors.xml"/><Relationship Id="rId34" Type="http://schemas.openxmlformats.org/officeDocument/2006/relationships/tableStyles" Target="tableStyles.xml"/><Relationship Id="rId33" Type="http://schemas.openxmlformats.org/officeDocument/2006/relationships/viewProps" Target="viewProps.xml"/><Relationship Id="rId32" Type="http://schemas.openxmlformats.org/officeDocument/2006/relationships/presProps" Target="presProps.xml"/><Relationship Id="rId31" Type="http://schemas.openxmlformats.org/officeDocument/2006/relationships/handoutMaster" Target="handoutMasters/handoutMaster1.xml"/><Relationship Id="rId30" Type="http://schemas.openxmlformats.org/officeDocument/2006/relationships/slide" Target="slides/slide27.xml"/><Relationship Id="rId3" Type="http://schemas.openxmlformats.org/officeDocument/2006/relationships/slide" Target="slides/slide1.xml"/><Relationship Id="rId29" Type="http://schemas.openxmlformats.org/officeDocument/2006/relationships/slide" Target="slides/slide26.xml"/><Relationship Id="rId28" Type="http://schemas.openxmlformats.org/officeDocument/2006/relationships/slide" Target="slides/slide25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>
              <a:latin typeface="MiSans Normal" panose="00000500000000000000" charset="-122"/>
              <a:ea typeface="MiSans Normal" panose="00000500000000000000" charset="-122"/>
              <a:cs typeface="MiSans Normal" panose="00000500000000000000" charset="-122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>
                <a:latin typeface="MiSans Normal" panose="00000500000000000000" charset="-122"/>
                <a:ea typeface="MiSans Normal" panose="00000500000000000000" charset="-122"/>
                <a:cs typeface="MiSans Normal" panose="00000500000000000000" charset="-122"/>
              </a:rPr>
            </a:fld>
            <a:endParaRPr lang="zh-CN" altLang="en-US">
              <a:latin typeface="MiSans Normal" panose="00000500000000000000" charset="-122"/>
              <a:ea typeface="MiSans Normal" panose="00000500000000000000" charset="-122"/>
              <a:cs typeface="MiSans Normal" panose="00000500000000000000" charset="-122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>
              <a:latin typeface="MiSans Normal" panose="00000500000000000000" charset="-122"/>
              <a:ea typeface="MiSans Normal" panose="00000500000000000000" charset="-122"/>
              <a:cs typeface="MiSans Normal" panose="00000500000000000000" charset="-122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>
                <a:latin typeface="MiSans Normal" panose="00000500000000000000" charset="-122"/>
                <a:ea typeface="MiSans Normal" panose="00000500000000000000" charset="-122"/>
                <a:cs typeface="MiSans Normal" panose="00000500000000000000" charset="-122"/>
              </a:rPr>
            </a:fld>
            <a:endParaRPr lang="zh-CN" altLang="en-US">
              <a:latin typeface="MiSans Normal" panose="00000500000000000000" charset="-122"/>
              <a:ea typeface="MiSans Normal" panose="00000500000000000000" charset="-122"/>
              <a:cs typeface="MiSans Normal" panose="00000500000000000000" charset="-12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MiSans Normal" panose="00000500000000000000" charset="-122"/>
                <a:ea typeface="MiSans Normal" panose="00000500000000000000" charset="-122"/>
                <a:cs typeface="MiSans Normal" panose="00000500000000000000" charset="-122"/>
              </a:defRPr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MiSans Normal" panose="00000500000000000000" charset="-122"/>
                <a:ea typeface="MiSans Normal" panose="00000500000000000000" charset="-122"/>
                <a:cs typeface="MiSans Normal" panose="00000500000000000000" charset="-122"/>
              </a:defRPr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MiSans Normal" panose="00000500000000000000" charset="-122"/>
                <a:ea typeface="MiSans Normal" panose="00000500000000000000" charset="-122"/>
                <a:cs typeface="MiSans Normal" panose="00000500000000000000" charset="-122"/>
              </a:defRPr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MiSans Normal" panose="00000500000000000000" charset="-122"/>
                <a:ea typeface="MiSans Normal" panose="00000500000000000000" charset="-122"/>
                <a:cs typeface="MiSans Normal" panose="00000500000000000000" charset="-122"/>
              </a:defRPr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MiSans Normal" panose="00000500000000000000" charset="-122"/>
        <a:ea typeface="MiSans Normal" panose="00000500000000000000" charset="-122"/>
        <a:cs typeface="MiSans Normal" panose="00000500000000000000" charset="-122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MiSans Normal" panose="00000500000000000000" charset="-122"/>
        <a:ea typeface="MiSans Normal" panose="00000500000000000000" charset="-122"/>
        <a:cs typeface="MiSans Normal" panose="00000500000000000000" charset="-122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MiSans Normal" panose="00000500000000000000" charset="-122"/>
        <a:ea typeface="MiSans Normal" panose="00000500000000000000" charset="-122"/>
        <a:cs typeface="MiSans Normal" panose="00000500000000000000" charset="-122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MiSans Normal" panose="00000500000000000000" charset="-122"/>
        <a:ea typeface="MiSans Normal" panose="00000500000000000000" charset="-122"/>
        <a:cs typeface="MiSans Normal" panose="00000500000000000000" charset="-122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MiSans Normal" panose="00000500000000000000" charset="-122"/>
        <a:ea typeface="MiSans Normal" panose="00000500000000000000" charset="-122"/>
        <a:cs typeface="MiSans Normal" panose="00000500000000000000" charset="-122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2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3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4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5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6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D0DACE-38E0-42D2-9336-2B707D34BC6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D0DACE-38E0-42D2-9336-2B707D34BC6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D0DACE-38E0-42D2-9336-2B707D34BC6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D0DACE-38E0-42D2-9336-2B707D34BC6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D0DACE-38E0-42D2-9336-2B707D34BC6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D0DACE-38E0-42D2-9336-2B707D34BC6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D0DACE-38E0-42D2-9336-2B707D34BC6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D0DACE-38E0-42D2-9336-2B707D34BC6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D0DACE-38E0-42D2-9336-2B707D34BC6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D0DACE-38E0-42D2-9336-2B707D34BC6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D0DACE-38E0-42D2-9336-2B707D34BC6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D0DACE-38E0-42D2-9336-2B707D34BC6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D0DACE-38E0-42D2-9336-2B707D34BC6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D0DACE-38E0-42D2-9336-2B707D34BC6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D0DACE-38E0-42D2-9336-2B707D34BC6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D0DACE-38E0-42D2-9336-2B707D34BC6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D0DACE-38E0-42D2-9336-2B707D34BC6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D0DACE-38E0-42D2-9336-2B707D34BC6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D0DACE-38E0-42D2-9336-2B707D34BC6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D0DACE-38E0-42D2-9336-2B707D34BC6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D0DACE-38E0-42D2-9336-2B707D34BC6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D0DACE-38E0-42D2-9336-2B707D34BC6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D0DACE-38E0-42D2-9336-2B707D34BC6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D0DACE-38E0-42D2-9336-2B707D34BC6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D0DACE-38E0-42D2-9336-2B707D34BC6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D0DACE-38E0-42D2-9336-2B707D34BC6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D0DACE-38E0-42D2-9336-2B707D34BC6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9" Type="http://schemas.openxmlformats.org/officeDocument/2006/relationships/tags" Target="../tags/tag8.xml"/><Relationship Id="rId8" Type="http://schemas.openxmlformats.org/officeDocument/2006/relationships/tags" Target="../tags/tag7.xml"/><Relationship Id="rId7" Type="http://schemas.openxmlformats.org/officeDocument/2006/relationships/tags" Target="../tags/tag6.xml"/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8" Type="http://schemas.openxmlformats.org/officeDocument/2006/relationships/tags" Target="../tags/tag17.xml"/><Relationship Id="rId17" Type="http://schemas.openxmlformats.org/officeDocument/2006/relationships/tags" Target="../tags/tag16.xml"/><Relationship Id="rId16" Type="http://schemas.openxmlformats.org/officeDocument/2006/relationships/tags" Target="../tags/tag15.xml"/><Relationship Id="rId15" Type="http://schemas.openxmlformats.org/officeDocument/2006/relationships/tags" Target="../tags/tag14.xml"/><Relationship Id="rId14" Type="http://schemas.openxmlformats.org/officeDocument/2006/relationships/tags" Target="../tags/tag13.xml"/><Relationship Id="rId13" Type="http://schemas.openxmlformats.org/officeDocument/2006/relationships/tags" Target="../tags/tag12.xml"/><Relationship Id="rId12" Type="http://schemas.openxmlformats.org/officeDocument/2006/relationships/tags" Target="../tags/tag11.xml"/><Relationship Id="rId11" Type="http://schemas.openxmlformats.org/officeDocument/2006/relationships/tags" Target="../tags/tag10.xml"/><Relationship Id="rId10" Type="http://schemas.openxmlformats.org/officeDocument/2006/relationships/tags" Target="../tags/tag9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7" Type="http://schemas.openxmlformats.org/officeDocument/2006/relationships/tags" Target="../tags/tag23.xml"/><Relationship Id="rId6" Type="http://schemas.openxmlformats.org/officeDocument/2006/relationships/tags" Target="../tags/tag22.xml"/><Relationship Id="rId5" Type="http://schemas.openxmlformats.org/officeDocument/2006/relationships/tags" Target="../tags/tag21.xml"/><Relationship Id="rId4" Type="http://schemas.openxmlformats.org/officeDocument/2006/relationships/tags" Target="../tags/tag20.xml"/><Relationship Id="rId3" Type="http://schemas.openxmlformats.org/officeDocument/2006/relationships/tags" Target="../tags/tag19.xml"/><Relationship Id="rId2" Type="http://schemas.openxmlformats.org/officeDocument/2006/relationships/tags" Target="../tags/tag18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8" Type="http://schemas.openxmlformats.org/officeDocument/2006/relationships/tags" Target="../tags/tag30.xml"/><Relationship Id="rId7" Type="http://schemas.openxmlformats.org/officeDocument/2006/relationships/tags" Target="../tags/tag29.xml"/><Relationship Id="rId6" Type="http://schemas.openxmlformats.org/officeDocument/2006/relationships/tags" Target="../tags/tag28.xml"/><Relationship Id="rId5" Type="http://schemas.openxmlformats.org/officeDocument/2006/relationships/tags" Target="../tags/tag27.xml"/><Relationship Id="rId4" Type="http://schemas.openxmlformats.org/officeDocument/2006/relationships/tags" Target="../tags/tag26.xml"/><Relationship Id="rId3" Type="http://schemas.openxmlformats.org/officeDocument/2006/relationships/tags" Target="../tags/tag25.xml"/><Relationship Id="rId2" Type="http://schemas.openxmlformats.org/officeDocument/2006/relationships/tags" Target="../tags/tag24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9" Type="http://schemas.openxmlformats.org/officeDocument/2006/relationships/tags" Target="../tags/tag38.xml"/><Relationship Id="rId8" Type="http://schemas.openxmlformats.org/officeDocument/2006/relationships/tags" Target="../tags/tag37.xml"/><Relationship Id="rId7" Type="http://schemas.openxmlformats.org/officeDocument/2006/relationships/tags" Target="../tags/tag36.xml"/><Relationship Id="rId6" Type="http://schemas.openxmlformats.org/officeDocument/2006/relationships/tags" Target="../tags/tag35.xml"/><Relationship Id="rId5" Type="http://schemas.openxmlformats.org/officeDocument/2006/relationships/tags" Target="../tags/tag34.xml"/><Relationship Id="rId4" Type="http://schemas.openxmlformats.org/officeDocument/2006/relationships/tags" Target="../tags/tag33.xml"/><Relationship Id="rId3" Type="http://schemas.openxmlformats.org/officeDocument/2006/relationships/tags" Target="../tags/tag32.xml"/><Relationship Id="rId2" Type="http://schemas.openxmlformats.org/officeDocument/2006/relationships/tags" Target="../tags/tag31.xml"/><Relationship Id="rId11" Type="http://schemas.openxmlformats.org/officeDocument/2006/relationships/tags" Target="../tags/tag40.xml"/><Relationship Id="rId10" Type="http://schemas.openxmlformats.org/officeDocument/2006/relationships/tags" Target="../tags/tag39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8" Type="http://schemas.openxmlformats.org/officeDocument/2006/relationships/tags" Target="../tags/tag47.xml"/><Relationship Id="rId7" Type="http://schemas.openxmlformats.org/officeDocument/2006/relationships/tags" Target="../tags/tag46.xml"/><Relationship Id="rId6" Type="http://schemas.openxmlformats.org/officeDocument/2006/relationships/tags" Target="../tags/tag45.xml"/><Relationship Id="rId5" Type="http://schemas.openxmlformats.org/officeDocument/2006/relationships/tags" Target="../tags/tag44.xml"/><Relationship Id="rId4" Type="http://schemas.openxmlformats.org/officeDocument/2006/relationships/tags" Target="../tags/tag43.xml"/><Relationship Id="rId3" Type="http://schemas.openxmlformats.org/officeDocument/2006/relationships/tags" Target="../tags/tag42.xml"/><Relationship Id="rId2" Type="http://schemas.openxmlformats.org/officeDocument/2006/relationships/tags" Target="../tags/tag41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9" Type="http://schemas.openxmlformats.org/officeDocument/2006/relationships/tags" Target="../tags/tag55.xml"/><Relationship Id="rId8" Type="http://schemas.openxmlformats.org/officeDocument/2006/relationships/tags" Target="../tags/tag54.xml"/><Relationship Id="rId7" Type="http://schemas.openxmlformats.org/officeDocument/2006/relationships/tags" Target="../tags/tag53.xml"/><Relationship Id="rId6" Type="http://schemas.openxmlformats.org/officeDocument/2006/relationships/tags" Target="../tags/tag52.xml"/><Relationship Id="rId5" Type="http://schemas.openxmlformats.org/officeDocument/2006/relationships/tags" Target="../tags/tag51.xml"/><Relationship Id="rId4" Type="http://schemas.openxmlformats.org/officeDocument/2006/relationships/tags" Target="../tags/tag50.xml"/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0" Type="http://schemas.openxmlformats.org/officeDocument/2006/relationships/tags" Target="../tags/tag56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6" Type="http://schemas.openxmlformats.org/officeDocument/2006/relationships/tags" Target="../tags/tag61.xml"/><Relationship Id="rId5" Type="http://schemas.openxmlformats.org/officeDocument/2006/relationships/tags" Target="../tags/tag60.xml"/><Relationship Id="rId4" Type="http://schemas.openxmlformats.org/officeDocument/2006/relationships/tags" Target="../tags/tag59.xml"/><Relationship Id="rId3" Type="http://schemas.openxmlformats.org/officeDocument/2006/relationships/tags" Target="../tags/tag58.xml"/><Relationship Id="rId2" Type="http://schemas.openxmlformats.org/officeDocument/2006/relationships/tags" Target="../tags/tag57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5" Type="http://schemas.openxmlformats.org/officeDocument/2006/relationships/tags" Target="../tags/tag65.xml"/><Relationship Id="rId4" Type="http://schemas.openxmlformats.org/officeDocument/2006/relationships/tags" Target="../tags/tag64.xml"/><Relationship Id="rId3" Type="http://schemas.openxmlformats.org/officeDocument/2006/relationships/tags" Target="../tags/tag63.xml"/><Relationship Id="rId2" Type="http://schemas.openxmlformats.org/officeDocument/2006/relationships/tags" Target="../tags/tag62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6" Type="http://schemas.openxmlformats.org/officeDocument/2006/relationships/tags" Target="../tags/tag70.xml"/><Relationship Id="rId5" Type="http://schemas.openxmlformats.org/officeDocument/2006/relationships/tags" Target="../tags/tag69.xml"/><Relationship Id="rId4" Type="http://schemas.openxmlformats.org/officeDocument/2006/relationships/tags" Target="../tags/tag68.xml"/><Relationship Id="rId3" Type="http://schemas.openxmlformats.org/officeDocument/2006/relationships/tags" Target="../tags/tag67.xml"/><Relationship Id="rId2" Type="http://schemas.openxmlformats.org/officeDocument/2006/relationships/tags" Target="../tags/tag66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7" Type="http://schemas.openxmlformats.org/officeDocument/2006/relationships/tags" Target="../tags/tag76.xml"/><Relationship Id="rId6" Type="http://schemas.openxmlformats.org/officeDocument/2006/relationships/tags" Target="../tags/tag75.xml"/><Relationship Id="rId5" Type="http://schemas.openxmlformats.org/officeDocument/2006/relationships/tags" Target="../tags/tag74.xml"/><Relationship Id="rId4" Type="http://schemas.openxmlformats.org/officeDocument/2006/relationships/tags" Target="../tags/tag73.xml"/><Relationship Id="rId3" Type="http://schemas.openxmlformats.org/officeDocument/2006/relationships/tags" Target="../tags/tag72.xml"/><Relationship Id="rId2" Type="http://schemas.openxmlformats.org/officeDocument/2006/relationships/tags" Target="../tags/tag71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9" Type="http://schemas.openxmlformats.org/officeDocument/2006/relationships/tags" Target="../tags/tag84.xml"/><Relationship Id="rId8" Type="http://schemas.openxmlformats.org/officeDocument/2006/relationships/tags" Target="../tags/tag83.xml"/><Relationship Id="rId7" Type="http://schemas.openxmlformats.org/officeDocument/2006/relationships/tags" Target="../tags/tag82.xml"/><Relationship Id="rId6" Type="http://schemas.openxmlformats.org/officeDocument/2006/relationships/tags" Target="../tags/tag81.xml"/><Relationship Id="rId5" Type="http://schemas.openxmlformats.org/officeDocument/2006/relationships/tags" Target="../tags/tag80.xml"/><Relationship Id="rId4" Type="http://schemas.openxmlformats.org/officeDocument/2006/relationships/tags" Target="../tags/tag79.xml"/><Relationship Id="rId3" Type="http://schemas.openxmlformats.org/officeDocument/2006/relationships/tags" Target="../tags/tag78.xml"/><Relationship Id="rId2" Type="http://schemas.openxmlformats.org/officeDocument/2006/relationships/tags" Target="../tags/tag77.xml"/><Relationship Id="rId17" Type="http://schemas.openxmlformats.org/officeDocument/2006/relationships/tags" Target="../tags/tag92.xml"/><Relationship Id="rId16" Type="http://schemas.openxmlformats.org/officeDocument/2006/relationships/tags" Target="../tags/tag91.xml"/><Relationship Id="rId15" Type="http://schemas.openxmlformats.org/officeDocument/2006/relationships/tags" Target="../tags/tag90.xml"/><Relationship Id="rId14" Type="http://schemas.openxmlformats.org/officeDocument/2006/relationships/tags" Target="../tags/tag89.xml"/><Relationship Id="rId13" Type="http://schemas.openxmlformats.org/officeDocument/2006/relationships/tags" Target="../tags/tag88.xml"/><Relationship Id="rId12" Type="http://schemas.openxmlformats.org/officeDocument/2006/relationships/tags" Target="../tags/tag87.xml"/><Relationship Id="rId11" Type="http://schemas.openxmlformats.org/officeDocument/2006/relationships/tags" Target="../tags/tag86.xml"/><Relationship Id="rId10" Type="http://schemas.openxmlformats.org/officeDocument/2006/relationships/tags" Target="../tags/tag85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0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任意多边形 14"/>
          <p:cNvSpPr/>
          <p:nvPr>
            <p:custDataLst>
              <p:tags r:id="rId2"/>
            </p:custDataLst>
          </p:nvPr>
        </p:nvSpPr>
        <p:spPr>
          <a:xfrm>
            <a:off x="-14605" y="-14605"/>
            <a:ext cx="6006465" cy="6897370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9459" h="10862">
                <a:moveTo>
                  <a:pt x="0" y="0"/>
                </a:moveTo>
                <a:lnTo>
                  <a:pt x="7595" y="0"/>
                </a:lnTo>
                <a:lnTo>
                  <a:pt x="7612" y="22"/>
                </a:lnTo>
                <a:cubicBezTo>
                  <a:pt x="8770" y="1514"/>
                  <a:pt x="9459" y="3388"/>
                  <a:pt x="9459" y="5423"/>
                </a:cubicBezTo>
                <a:cubicBezTo>
                  <a:pt x="9459" y="7458"/>
                  <a:pt x="8770" y="9332"/>
                  <a:pt x="7612" y="10824"/>
                </a:cubicBezTo>
                <a:lnTo>
                  <a:pt x="7582" y="10862"/>
                </a:lnTo>
                <a:lnTo>
                  <a:pt x="0" y="10862"/>
                </a:lnTo>
                <a:lnTo>
                  <a:pt x="0" y="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  <a:effectLst>
            <a:outerShdw blurRad="495300" dist="38100" dir="2700000" algn="tl" rotWithShape="0">
              <a:schemeClr val="accent1">
                <a:alpha val="1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endParaRPr lang="zh-CN" altLang="en-US">
              <a:cs typeface="MiSans Normal" panose="00000500000000000000" charset="-122"/>
            </a:endParaRPr>
          </a:p>
        </p:txBody>
      </p:sp>
      <p:sp>
        <p:nvSpPr>
          <p:cNvPr id="12" name="任意多边形 11"/>
          <p:cNvSpPr/>
          <p:nvPr>
            <p:custDataLst>
              <p:tags r:id="rId3"/>
            </p:custDataLst>
          </p:nvPr>
        </p:nvSpPr>
        <p:spPr>
          <a:xfrm rot="16200000">
            <a:off x="-1402080" y="1361440"/>
            <a:ext cx="6894830" cy="4119881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">
                <a:pos x="hc" y="t"/>
              </a:cxn>
              <a:cxn ang="3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">
                <a:pos x="ir" y="it"/>
              </a:cxn>
            </a:cxnLst>
            <a:rect l="l" t="t" r="r" b="b"/>
            <a:pathLst>
              <a:path w="10858" h="6488">
                <a:moveTo>
                  <a:pt x="0" y="0"/>
                </a:moveTo>
                <a:lnTo>
                  <a:pt x="10858" y="0"/>
                </a:lnTo>
                <a:lnTo>
                  <a:pt x="10858" y="2789"/>
                </a:lnTo>
                <a:lnTo>
                  <a:pt x="10834" y="2850"/>
                </a:lnTo>
                <a:cubicBezTo>
                  <a:pt x="9962" y="4984"/>
                  <a:pt x="7865" y="6488"/>
                  <a:pt x="5417" y="6488"/>
                </a:cubicBezTo>
                <a:cubicBezTo>
                  <a:pt x="2982" y="6488"/>
                  <a:pt x="895" y="5001"/>
                  <a:pt x="15" y="2885"/>
                </a:cubicBezTo>
                <a:lnTo>
                  <a:pt x="0" y="2849"/>
                </a:lnTo>
                <a:lnTo>
                  <a:pt x="0" y="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  <a:effectLst>
            <a:outerShdw blurRad="495300" dist="152400" dir="2700000" algn="tl" rotWithShape="0">
              <a:schemeClr val="accent1">
                <a:alpha val="15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endParaRPr lang="zh-CN" altLang="en-US">
              <a:solidFill>
                <a:schemeClr val="lt1"/>
              </a:solidFill>
              <a:cs typeface="MiSans Normal" panose="00000500000000000000" charset="-122"/>
            </a:endParaRPr>
          </a:p>
        </p:txBody>
      </p:sp>
      <p:sp>
        <p:nvSpPr>
          <p:cNvPr id="11" name="任意多边形 10"/>
          <p:cNvSpPr/>
          <p:nvPr>
            <p:custDataLst>
              <p:tags r:id="rId4"/>
            </p:custDataLst>
          </p:nvPr>
        </p:nvSpPr>
        <p:spPr>
          <a:xfrm rot="16200000">
            <a:off x="-1342039" y="2313346"/>
            <a:ext cx="4864351" cy="2231073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">
                <a:pos x="hc" y="t"/>
              </a:cxn>
              <a:cxn ang="3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">
                <a:pos x="ir" y="it"/>
              </a:cxn>
            </a:cxnLst>
            <a:rect l="l" t="t" r="r" b="b"/>
            <a:pathLst>
              <a:path w="7660" h="3514">
                <a:moveTo>
                  <a:pt x="0" y="0"/>
                </a:moveTo>
                <a:lnTo>
                  <a:pt x="7660" y="0"/>
                </a:lnTo>
                <a:lnTo>
                  <a:pt x="7659" y="14"/>
                </a:lnTo>
                <a:cubicBezTo>
                  <a:pt x="7485" y="1975"/>
                  <a:pt x="5837" y="3514"/>
                  <a:pt x="3830" y="3514"/>
                </a:cubicBezTo>
                <a:cubicBezTo>
                  <a:pt x="1822" y="3514"/>
                  <a:pt x="173" y="1974"/>
                  <a:pt x="1" y="10"/>
                </a:cubicBezTo>
                <a:lnTo>
                  <a:pt x="0" y="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  <a:effectLst>
            <a:outerShdw blurRad="495300" dist="38100" dir="2700000" algn="tl" rotWithShape="0">
              <a:schemeClr val="accent1">
                <a:alpha val="25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endParaRPr lang="zh-CN" altLang="en-US">
              <a:solidFill>
                <a:schemeClr val="lt1"/>
              </a:solidFill>
              <a:cs typeface="MiSans Normal" panose="00000500000000000000" charset="-122"/>
            </a:endParaRPr>
          </a:p>
        </p:txBody>
      </p:sp>
      <p:sp>
        <p:nvSpPr>
          <p:cNvPr id="25" name="圆角矩形 24"/>
          <p:cNvSpPr/>
          <p:nvPr>
            <p:custDataLst>
              <p:tags r:id="rId5"/>
            </p:custDataLst>
          </p:nvPr>
        </p:nvSpPr>
        <p:spPr>
          <a:xfrm rot="10800000">
            <a:off x="5155565" y="3855720"/>
            <a:ext cx="5383530" cy="111125"/>
          </a:xfrm>
          <a:prstGeom prst="round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 fontScale="25000" lnSpcReduction="20000"/>
          </a:bodyPr>
          <a:lstStyle/>
          <a:p>
            <a:pPr algn="ctr"/>
            <a:endParaRPr lang="zh-CN" altLang="en-US">
              <a:cs typeface="MiSans Normal" panose="00000500000000000000" charset="-122"/>
            </a:endParaRPr>
          </a:p>
        </p:txBody>
      </p:sp>
      <p:cxnSp>
        <p:nvCxnSpPr>
          <p:cNvPr id="10" name="直接连接符 9"/>
          <p:cNvCxnSpPr/>
          <p:nvPr>
            <p:custDataLst>
              <p:tags r:id="rId6"/>
            </p:custDataLst>
          </p:nvPr>
        </p:nvCxnSpPr>
        <p:spPr>
          <a:xfrm>
            <a:off x="11197590" y="3002915"/>
            <a:ext cx="215900" cy="0"/>
          </a:xfrm>
          <a:prstGeom prst="line">
            <a:avLst/>
          </a:prstGeom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直接连接符 35"/>
          <p:cNvCxnSpPr/>
          <p:nvPr>
            <p:custDataLst>
              <p:tags r:id="rId7"/>
            </p:custDataLst>
          </p:nvPr>
        </p:nvCxnSpPr>
        <p:spPr>
          <a:xfrm>
            <a:off x="11305540" y="1934210"/>
            <a:ext cx="0" cy="594995"/>
          </a:xfrm>
          <a:prstGeom prst="line">
            <a:avLst/>
          </a:prstGeom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接连接符 12"/>
          <p:cNvCxnSpPr/>
          <p:nvPr>
            <p:custDataLst>
              <p:tags r:id="rId8"/>
            </p:custDataLst>
          </p:nvPr>
        </p:nvCxnSpPr>
        <p:spPr>
          <a:xfrm>
            <a:off x="11305540" y="3476625"/>
            <a:ext cx="0" cy="636905"/>
          </a:xfrm>
          <a:prstGeom prst="line">
            <a:avLst/>
          </a:prstGeom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椭圆 21"/>
          <p:cNvSpPr/>
          <p:nvPr>
            <p:custDataLst>
              <p:tags r:id="rId9"/>
            </p:custDataLst>
          </p:nvPr>
        </p:nvSpPr>
        <p:spPr>
          <a:xfrm>
            <a:off x="10027285" y="4343400"/>
            <a:ext cx="538480" cy="538480"/>
          </a:xfrm>
          <a:prstGeom prst="ellipse">
            <a:avLst/>
          </a:prstGeom>
          <a:solidFill>
            <a:schemeClr val="accent1"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/>
            <a:endParaRPr lang="zh-CN" altLang="en-US">
              <a:cs typeface="MiSans Normal" panose="00000500000000000000" charset="-122"/>
            </a:endParaRPr>
          </a:p>
        </p:txBody>
      </p:sp>
      <p:sp>
        <p:nvSpPr>
          <p:cNvPr id="21" name="椭圆 20"/>
          <p:cNvSpPr/>
          <p:nvPr>
            <p:custDataLst>
              <p:tags r:id="rId10"/>
            </p:custDataLst>
          </p:nvPr>
        </p:nvSpPr>
        <p:spPr>
          <a:xfrm>
            <a:off x="10133965" y="4450080"/>
            <a:ext cx="325120" cy="325120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 fontScale="60000" lnSpcReduction="20000"/>
          </a:bodyPr>
          <a:lstStyle/>
          <a:p>
            <a:pPr algn="ctr"/>
            <a:endParaRPr lang="zh-CN" altLang="en-US">
              <a:cs typeface="MiSans Normal" panose="00000500000000000000" charset="-122"/>
            </a:endParaRPr>
          </a:p>
        </p:txBody>
      </p:sp>
      <p:sp>
        <p:nvSpPr>
          <p:cNvPr id="90" name="向下箭头"/>
          <p:cNvSpPr/>
          <p:nvPr>
            <p:custDataLst>
              <p:tags r:id="rId11"/>
            </p:custDataLst>
          </p:nvPr>
        </p:nvSpPr>
        <p:spPr>
          <a:xfrm>
            <a:off x="10238105" y="4542790"/>
            <a:ext cx="118745" cy="139700"/>
          </a:xfrm>
          <a:custGeom>
            <a:avLst/>
            <a:gdLst>
              <a:gd name="connsiteX0" fmla="*/ 222512 w 477622"/>
              <a:gd name="connsiteY0" fmla="*/ 0 h 559381"/>
              <a:gd name="connsiteX1" fmla="*/ 258512 w 477622"/>
              <a:gd name="connsiteY1" fmla="*/ 0 h 559381"/>
              <a:gd name="connsiteX2" fmla="*/ 258512 w 477622"/>
              <a:gd name="connsiteY2" fmla="*/ 488296 h 559381"/>
              <a:gd name="connsiteX3" fmla="*/ 452168 w 477622"/>
              <a:gd name="connsiteY3" fmla="*/ 294641 h 559381"/>
              <a:gd name="connsiteX4" fmla="*/ 477622 w 477622"/>
              <a:gd name="connsiteY4" fmla="*/ 320096 h 559381"/>
              <a:gd name="connsiteX5" fmla="*/ 264266 w 477622"/>
              <a:gd name="connsiteY5" fmla="*/ 533452 h 559381"/>
              <a:gd name="connsiteX6" fmla="*/ 264740 w 477622"/>
              <a:gd name="connsiteY6" fmla="*/ 533926 h 559381"/>
              <a:gd name="connsiteX7" fmla="*/ 239284 w 477622"/>
              <a:gd name="connsiteY7" fmla="*/ 559381 h 559381"/>
              <a:gd name="connsiteX8" fmla="*/ 238812 w 477622"/>
              <a:gd name="connsiteY8" fmla="*/ 558908 h 559381"/>
              <a:gd name="connsiteX9" fmla="*/ 238338 w 477622"/>
              <a:gd name="connsiteY9" fmla="*/ 559381 h 559381"/>
              <a:gd name="connsiteX10" fmla="*/ 212882 w 477622"/>
              <a:gd name="connsiteY10" fmla="*/ 533926 h 559381"/>
              <a:gd name="connsiteX11" fmla="*/ 213356 w 477622"/>
              <a:gd name="connsiteY11" fmla="*/ 533452 h 559381"/>
              <a:gd name="connsiteX12" fmla="*/ 0 w 477622"/>
              <a:gd name="connsiteY12" fmla="*/ 320096 h 559381"/>
              <a:gd name="connsiteX13" fmla="*/ 25456 w 477622"/>
              <a:gd name="connsiteY13" fmla="*/ 294641 h 559381"/>
              <a:gd name="connsiteX14" fmla="*/ 222512 w 477622"/>
              <a:gd name="connsiteY14" fmla="*/ 491698 h 559381"/>
              <a:gd name="connsiteX15" fmla="*/ 222512 w 477622"/>
              <a:gd name="connsiteY15" fmla="*/ 0 h 5593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477622" h="559381">
                <a:moveTo>
                  <a:pt x="222512" y="0"/>
                </a:moveTo>
                <a:lnTo>
                  <a:pt x="258512" y="0"/>
                </a:lnTo>
                <a:lnTo>
                  <a:pt x="258512" y="488296"/>
                </a:lnTo>
                <a:lnTo>
                  <a:pt x="452168" y="294641"/>
                </a:lnTo>
                <a:lnTo>
                  <a:pt x="477622" y="320096"/>
                </a:lnTo>
                <a:lnTo>
                  <a:pt x="264266" y="533452"/>
                </a:lnTo>
                <a:lnTo>
                  <a:pt x="264740" y="533926"/>
                </a:lnTo>
                <a:lnTo>
                  <a:pt x="239284" y="559381"/>
                </a:lnTo>
                <a:lnTo>
                  <a:pt x="238812" y="558908"/>
                </a:lnTo>
                <a:lnTo>
                  <a:pt x="238338" y="559381"/>
                </a:lnTo>
                <a:lnTo>
                  <a:pt x="212882" y="533926"/>
                </a:lnTo>
                <a:lnTo>
                  <a:pt x="213356" y="533452"/>
                </a:lnTo>
                <a:lnTo>
                  <a:pt x="0" y="320096"/>
                </a:lnTo>
                <a:lnTo>
                  <a:pt x="25456" y="294641"/>
                </a:lnTo>
                <a:lnTo>
                  <a:pt x="222512" y="491698"/>
                </a:lnTo>
                <a:lnTo>
                  <a:pt x="222512" y="0"/>
                </a:lnTo>
                <a:close/>
              </a:path>
            </a:pathLst>
          </a:custGeom>
          <a:solidFill>
            <a:schemeClr val="bg1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rmAutofit fontScale="25000" lnSpcReduction="20000"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cs typeface="MiSans Normal" panose="00000500000000000000" charset="-122"/>
            </a:endParaRPr>
          </a:p>
        </p:txBody>
      </p:sp>
      <p:sp>
        <p:nvSpPr>
          <p:cNvPr id="14" name="任意多边形 13"/>
          <p:cNvSpPr/>
          <p:nvPr>
            <p:custDataLst>
              <p:tags r:id="rId12"/>
            </p:custDataLst>
          </p:nvPr>
        </p:nvSpPr>
        <p:spPr>
          <a:xfrm>
            <a:off x="8945880" y="5997575"/>
            <a:ext cx="3246120" cy="86042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5112" h="1355">
                <a:moveTo>
                  <a:pt x="301" y="0"/>
                </a:moveTo>
                <a:lnTo>
                  <a:pt x="5112" y="0"/>
                </a:lnTo>
                <a:lnTo>
                  <a:pt x="5112" y="1355"/>
                </a:lnTo>
                <a:lnTo>
                  <a:pt x="0" y="1355"/>
                </a:lnTo>
                <a:lnTo>
                  <a:pt x="0" y="301"/>
                </a:lnTo>
                <a:cubicBezTo>
                  <a:pt x="0" y="135"/>
                  <a:pt x="135" y="0"/>
                  <a:pt x="301" y="0"/>
                </a:cubicBez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cs typeface="MiSans Normal" panose="00000500000000000000" charset="-122"/>
            </a:endParaRPr>
          </a:p>
        </p:txBody>
      </p:sp>
      <p:sp>
        <p:nvSpPr>
          <p:cNvPr id="9" name="署名"/>
          <p:cNvSpPr txBox="1">
            <a:spLocks noGrp="1"/>
          </p:cNvSpPr>
          <p:nvPr>
            <p:ph type="body" idx="3" hasCustomPrompt="1"/>
            <p:custDataLst>
              <p:tags r:id="rId13"/>
            </p:custDataLst>
          </p:nvPr>
        </p:nvSpPr>
        <p:spPr>
          <a:xfrm>
            <a:off x="2273300" y="4438650"/>
            <a:ext cx="7589520" cy="66167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normAutofit/>
          </a:bodyPr>
          <a:lstStyle>
            <a:lvl1pPr marL="0" marR="0" lvl="0" algn="r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zh-CN" altLang="en-US" sz="2000" b="0" i="0" u="none" strike="noStrike" kern="1200" cap="none" spc="0" normalizeH="0" baseline="0" noProof="1">
                <a:solidFill>
                  <a:schemeClr val="tx1">
                    <a:lumMod val="85000"/>
                    <a:lumOff val="15000"/>
                  </a:schemeClr>
                </a:solidFill>
                <a:latin typeface="MiSans Heavy" panose="00000A00000000000000" charset="-122"/>
                <a:ea typeface="MiSans Heavy" panose="00000A00000000000000" charset="-122"/>
                <a:cs typeface="MiSans Normal" panose="00000500000000000000" charset="-122"/>
                <a:sym typeface="+mn-ea"/>
              </a:defRPr>
            </a:lvl1pPr>
          </a:lstStyle>
          <a:p>
            <a:pPr lvl="0" algn="r">
              <a:buClrTx/>
              <a:buSzTx/>
              <a:buFontTx/>
            </a:pPr>
            <a:r>
              <a:rPr dirty="0">
                <a:sym typeface="+mn-ea"/>
              </a:rPr>
              <a:t>单击编辑文本</a:t>
            </a:r>
            <a:endParaRPr dirty="0">
              <a:sym typeface="+mn-ea"/>
            </a:endParaRPr>
          </a:p>
        </p:txBody>
      </p:sp>
      <p:sp>
        <p:nvSpPr>
          <p:cNvPr id="8" name="副标题"/>
          <p:cNvSpPr txBox="1">
            <a:spLocks noGrp="1"/>
          </p:cNvSpPr>
          <p:nvPr>
            <p:ph type="body" idx="2" hasCustomPrompt="1"/>
            <p:custDataLst>
              <p:tags r:id="rId14"/>
            </p:custDataLst>
          </p:nvPr>
        </p:nvSpPr>
        <p:spPr>
          <a:xfrm>
            <a:off x="2273935" y="1953895"/>
            <a:ext cx="8413115" cy="556260"/>
          </a:xfrm>
          <a:prstGeom prst="rect">
            <a:avLst/>
          </a:prstGeom>
          <a:noFill/>
        </p:spPr>
        <p:txBody>
          <a:bodyPr wrap="square" lIns="91440" tIns="45720" rIns="144145" bIns="45720" rtlCol="0" anchor="t">
            <a:normAutofit/>
          </a:bodyPr>
          <a:lstStyle>
            <a:lvl1pPr marL="0" marR="0" lvl="0" algn="r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zh-CN" altLang="en-US" sz="2400" b="0" i="0" u="none" strike="noStrike" kern="1200" cap="none" spc="0" normalizeH="0" baseline="0" noProof="1">
                <a:solidFill>
                  <a:schemeClr val="tx1">
                    <a:lumMod val="50000"/>
                    <a:lumOff val="50000"/>
                  </a:schemeClr>
                </a:solidFill>
                <a:latin typeface="+mj-ea"/>
                <a:ea typeface="+mj-ea"/>
                <a:cs typeface="MiSans Normal" panose="00000500000000000000" charset="-122"/>
                <a:sym typeface="+mn-ea"/>
              </a:defRPr>
            </a:lvl1pPr>
          </a:lstStyle>
          <a:p>
            <a:pPr lvl="0" algn="r">
              <a:buClrTx/>
              <a:buSzTx/>
              <a:buFontTx/>
            </a:pPr>
            <a:r>
              <a:rPr>
                <a:sym typeface="+mn-ea"/>
              </a:rPr>
              <a:t>单击此处编辑母版副标题样式</a:t>
            </a:r>
            <a:endParaRPr>
              <a:sym typeface="+mn-ea"/>
            </a:endParaRPr>
          </a:p>
        </p:txBody>
      </p:sp>
      <p:sp>
        <p:nvSpPr>
          <p:cNvPr id="7" name="标题"/>
          <p:cNvSpPr txBox="1">
            <a:spLocks noGrp="1"/>
          </p:cNvSpPr>
          <p:nvPr>
            <p:ph type="title" idx="1" hasCustomPrompt="1"/>
            <p:custDataLst>
              <p:tags r:id="rId15"/>
            </p:custDataLst>
          </p:nvPr>
        </p:nvSpPr>
        <p:spPr>
          <a:xfrm>
            <a:off x="2273300" y="2510155"/>
            <a:ext cx="8413750" cy="170942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normAutofit/>
          </a:bodyPr>
          <a:lstStyle>
            <a:lvl1pPr marL="0" marR="0" lvl="0" algn="r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zh-CN" altLang="en-US" sz="7200" b="0" i="0" u="none" strike="noStrike" kern="1200" cap="none" spc="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latin typeface="+mj-ea"/>
                <a:ea typeface="+mj-ea"/>
                <a:cs typeface="MiSans Heavy" panose="00000A00000000000000" charset="-122"/>
                <a:sym typeface="+mn-ea"/>
              </a:defRPr>
            </a:lvl1pPr>
          </a:lstStyle>
          <a:p>
            <a:pPr lvl="0" algn="r">
              <a:buClrTx/>
              <a:buSzTx/>
              <a:buFontTx/>
            </a:pPr>
            <a:r>
              <a:rPr>
                <a:sym typeface="+mn-ea"/>
              </a:rPr>
              <a:t>单击此处编辑标题</a:t>
            </a:r>
            <a:endParaRPr>
              <a:sym typeface="+mn-ea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16"/>
            </p:custDataLst>
          </p:nvPr>
        </p:nvSpPr>
        <p:spPr>
          <a:xfrm>
            <a:off x="612000" y="6314400"/>
            <a:ext cx="2700000" cy="316800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17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18"/>
            </p:custDataLst>
          </p:nvPr>
        </p:nvSpPr>
        <p:spPr>
          <a:xfrm>
            <a:off x="8877600" y="6314400"/>
            <a:ext cx="2700000" cy="316800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 showMasterSp="0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正文"/>
          <p:cNvSpPr txBox="1">
            <a:spLocks noGrp="1"/>
          </p:cNvSpPr>
          <p:nvPr>
            <p:ph idx="3"/>
            <p:custDataLst>
              <p:tags r:id="rId2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  <a:ln>
            <a:noFill/>
            <a:prstDash val="sysDash"/>
          </a:ln>
        </p:spPr>
        <p:txBody>
          <a:bodyPr vert="horz" lIns="90000" tIns="46800" rIns="90000" bIns="46800" rtlCol="0">
            <a:normAutofit/>
          </a:bodyPr>
          <a:lstStyle>
            <a:defPPr>
              <a:defRPr lang="zh-CN"/>
            </a:defPPr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Arial" panose="020B0604020202090204" pitchFamily="34" charset="0"/>
              <a:buChar char="●"/>
              <a:defRPr kumimoji="0" lang="zh-CN" altLang="en-US" sz="1800" b="0" i="0" u="none" strike="noStrike" kern="1200" cap="none" spc="150" normalizeH="0" baseline="0" noProof="1" dirty="0">
                <a:ln>
                  <a:noFill/>
                  <a:prstDash val="sysDot"/>
                </a:ln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MiSans Normal" panose="00000500000000000000" charset="-122"/>
                <a:sym typeface="+mn-ea"/>
              </a:defRPr>
            </a:lvl1pPr>
            <a:lvl2pPr marL="449580" marR="0" lvl="1" indent="-231775" fontAlgn="auto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90204" pitchFamily="34" charset="0"/>
              <a:buChar char="●"/>
              <a:tabLst>
                <a:tab pos="1609725" algn="l"/>
              </a:tabLst>
              <a:defRPr kumimoji="0" sz="1600" b="0" i="0" u="none" strike="noStrike" cap="none" spc="150" normalizeH="0" baseline="0">
                <a:ln>
                  <a:noFill/>
                  <a:prstDash val="sysDot"/>
                </a:ln>
                <a:solidFill>
                  <a:schemeClr val="tx1">
                    <a:lumMod val="50000"/>
                    <a:lumOff val="50000"/>
                  </a:schemeClr>
                </a:solidFill>
                <a:uFillTx/>
                <a:latin typeface="+mn-ea"/>
                <a:ea typeface="+mn-ea"/>
              </a:defRPr>
            </a:lvl2pPr>
            <a:lvl3pPr marL="719455" marR="0" lvl="2" indent="-276225" fontAlgn="auto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90204" pitchFamily="34" charset="0"/>
              <a:buChar char="●"/>
              <a:defRPr kumimoji="0" sz="1600" b="0" i="0" u="none" strike="noStrike" cap="none" spc="150" normalizeH="0" baseline="0">
                <a:ln>
                  <a:noFill/>
                  <a:prstDash val="sysDot"/>
                </a:ln>
                <a:solidFill>
                  <a:schemeClr val="tx1">
                    <a:lumMod val="50000"/>
                    <a:lumOff val="50000"/>
                  </a:schemeClr>
                </a:solidFill>
                <a:uFillTx/>
                <a:latin typeface="+mn-ea"/>
                <a:ea typeface="+mn-ea"/>
              </a:defRPr>
            </a:lvl3pPr>
            <a:lvl4pPr marL="987425" marR="0" lvl="3" indent="-262255" fontAlgn="auto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tabLst>
                <a:tab pos="899795" algn="l"/>
              </a:tabLst>
              <a:defRPr kumimoji="0" sz="1400" b="0" i="0" u="none" strike="noStrike" cap="none" spc="150" normalizeH="0" baseline="0">
                <a:ln>
                  <a:noFill/>
                  <a:prstDash val="sysDot"/>
                </a:ln>
                <a:solidFill>
                  <a:schemeClr val="tx1">
                    <a:lumMod val="50000"/>
                    <a:lumOff val="50000"/>
                  </a:schemeClr>
                </a:solidFill>
                <a:uFillTx/>
                <a:latin typeface="+mn-ea"/>
                <a:ea typeface="+mn-ea"/>
              </a:defRPr>
            </a:lvl4pPr>
            <a:lvl5pPr marL="1256030" marR="0" lvl="4" indent="-262255" fontAlgn="auto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90204" pitchFamily="34" charset="0"/>
              <a:buChar char="•"/>
              <a:defRPr kumimoji="0" sz="1400" b="0" i="0" u="none" strike="noStrike" cap="none" spc="150" normalizeH="0" baseline="0">
                <a:ln>
                  <a:noFill/>
                  <a:prstDash val="sysDot"/>
                </a:ln>
                <a:solidFill>
                  <a:schemeClr val="tx1">
                    <a:lumMod val="50000"/>
                    <a:lumOff val="50000"/>
                  </a:schemeClr>
                </a:solidFill>
                <a:uFillTx/>
                <a:latin typeface="+mn-ea"/>
                <a:ea typeface="+mn-ea"/>
              </a:defRPr>
            </a:lvl5pPr>
            <a:lvl6pPr indent="0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None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</a:lvl9pPr>
          </a:lstStyle>
          <a:p>
            <a:pPr lvl="0">
              <a:spcBef>
                <a:spcPts val="1200"/>
              </a:spcBef>
              <a:spcAft>
                <a:spcPts val="0"/>
              </a:spcAft>
            </a:pPr>
            <a:r>
              <a:rPr>
                <a:sym typeface="+mn-ea"/>
              </a:rPr>
              <a:t>单击此处编辑母版文本样式</a:t>
            </a:r>
            <a:endParaRPr>
              <a:sym typeface="+mn-ea"/>
            </a:endParaRPr>
          </a:p>
          <a:p>
            <a:pPr lvl="1">
              <a:spcBef>
                <a:spcPts val="1200"/>
              </a:spcBef>
              <a:spcAft>
                <a:spcPts val="0"/>
              </a:spcAft>
            </a:pPr>
            <a:r>
              <a:rPr>
                <a:sym typeface="+mn-ea"/>
              </a:rPr>
              <a:t>第二级</a:t>
            </a:r>
            <a:endParaRPr>
              <a:sym typeface="+mn-ea"/>
            </a:endParaRPr>
          </a:p>
          <a:p>
            <a:pPr lvl="2">
              <a:spcBef>
                <a:spcPts val="1200"/>
              </a:spcBef>
              <a:spcAft>
                <a:spcPts val="0"/>
              </a:spcAft>
            </a:pPr>
            <a:r>
              <a:rPr>
                <a:sym typeface="+mn-ea"/>
              </a:rPr>
              <a:t>第三级</a:t>
            </a:r>
            <a:endParaRPr>
              <a:sym typeface="+mn-ea"/>
            </a:endParaRPr>
          </a:p>
          <a:p>
            <a:pPr lvl="3">
              <a:spcBef>
                <a:spcPts val="1200"/>
              </a:spcBef>
              <a:spcAft>
                <a:spcPts val="0"/>
              </a:spcAft>
            </a:pPr>
            <a:r>
              <a:rPr>
                <a:sym typeface="+mn-ea"/>
              </a:rPr>
              <a:t>第四级</a:t>
            </a:r>
            <a:endParaRPr>
              <a:sym typeface="+mn-ea"/>
            </a:endParaRPr>
          </a:p>
          <a:p>
            <a:pPr lvl="4">
              <a:spcBef>
                <a:spcPts val="1200"/>
              </a:spcBef>
              <a:spcAft>
                <a:spcPts val="0"/>
              </a:spcAft>
            </a:pPr>
            <a:r>
              <a:rPr>
                <a:sym typeface="+mn-ea"/>
              </a:rPr>
              <a:t>第五级</a:t>
            </a:r>
            <a:endParaRPr>
              <a:sym typeface="+mn-ea"/>
            </a:endParaRPr>
          </a:p>
        </p:txBody>
      </p:sp>
      <p:sp>
        <p:nvSpPr>
          <p:cNvPr id="14" name="任意多边形 13"/>
          <p:cNvSpPr/>
          <p:nvPr>
            <p:custDataLst>
              <p:tags r:id="rId3"/>
            </p:custDataLst>
          </p:nvPr>
        </p:nvSpPr>
        <p:spPr>
          <a:xfrm rot="5400000" flipV="1">
            <a:off x="-300990" y="301625"/>
            <a:ext cx="987425" cy="384810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001" h="606">
                <a:moveTo>
                  <a:pt x="0" y="0"/>
                </a:moveTo>
                <a:lnTo>
                  <a:pt x="2001" y="0"/>
                </a:lnTo>
                <a:lnTo>
                  <a:pt x="2001" y="256"/>
                </a:lnTo>
                <a:cubicBezTo>
                  <a:pt x="2001" y="450"/>
                  <a:pt x="1845" y="606"/>
                  <a:pt x="1651" y="606"/>
                </a:cubicBezTo>
                <a:lnTo>
                  <a:pt x="0" y="606"/>
                </a:lnTo>
                <a:lnTo>
                  <a:pt x="0" y="0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cs typeface="MiSans Normal" panose="00000500000000000000" charset="-122"/>
            </a:endParaRPr>
          </a:p>
        </p:txBody>
      </p:sp>
      <p:sp>
        <p:nvSpPr>
          <p:cNvPr id="7" name="标题"/>
          <p:cNvSpPr txBox="1">
            <a:spLocks noGrp="1"/>
          </p:cNvSpPr>
          <p:nvPr>
            <p:ph type="title" idx="1"/>
            <p:custDataLst>
              <p:tags r:id="rId4"/>
            </p:custDataLst>
          </p:nvPr>
        </p:nvSpPr>
        <p:spPr>
          <a:xfrm>
            <a:off x="608330" y="397510"/>
            <a:ext cx="10968990" cy="678815"/>
          </a:xfrm>
          <a:prstGeom prst="rect">
            <a:avLst/>
          </a:prstGeom>
          <a:noFill/>
        </p:spPr>
        <p:txBody>
          <a:bodyPr wrap="square" rtlCol="0" anchor="b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zh-CN" altLang="en-US" sz="3200" b="0" i="0" u="none" strike="noStrike" kern="1200" cap="none" spc="300" normalizeH="0" baseline="0" noProof="1" dirty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lt"/>
                <a:cs typeface="MiSans Normal" panose="00000500000000000000" charset="-122"/>
                <a:sym typeface="+mn-ea"/>
              </a:defRPr>
            </a:lvl1pPr>
          </a:lstStyle>
          <a:p>
            <a:pPr lvl="0" algn="l">
              <a:buClrTx/>
              <a:buSzTx/>
              <a:buFontTx/>
            </a:pPr>
            <a:r>
              <a:rPr>
                <a:sym typeface="+mn-ea"/>
              </a:rPr>
              <a:t>单击此处编辑母版标题样式</a:t>
            </a:r>
            <a:endParaRPr>
              <a:sym typeface="+mn-ea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>
          <a:xfrm>
            <a:off x="612000" y="6314400"/>
            <a:ext cx="2700000" cy="316800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>
          <a:xfrm>
            <a:off x="8877600" y="6314400"/>
            <a:ext cx="2700000" cy="316800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目录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0" name="直接连接符 59"/>
          <p:cNvCxnSpPr/>
          <p:nvPr>
            <p:custDataLst>
              <p:tags r:id="rId2"/>
            </p:custDataLst>
          </p:nvPr>
        </p:nvCxnSpPr>
        <p:spPr>
          <a:xfrm>
            <a:off x="3509010" y="1475105"/>
            <a:ext cx="0" cy="4572000"/>
          </a:xfrm>
          <a:prstGeom prst="line">
            <a:avLst/>
          </a:prstGeom>
          <a:ln>
            <a:solidFill>
              <a:schemeClr val="bg2">
                <a:lumMod val="50000"/>
                <a:alpha val="20000"/>
              </a:schemeClr>
            </a:solidFill>
            <a:headEnd type="oval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任意多边形 7"/>
          <p:cNvSpPr/>
          <p:nvPr>
            <p:custDataLst>
              <p:tags r:id="rId3"/>
            </p:custDataLst>
          </p:nvPr>
        </p:nvSpPr>
        <p:spPr>
          <a:xfrm>
            <a:off x="-18415" y="0"/>
            <a:ext cx="2251075" cy="87185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3545" h="1373">
                <a:moveTo>
                  <a:pt x="0" y="0"/>
                </a:moveTo>
                <a:lnTo>
                  <a:pt x="3545" y="0"/>
                </a:lnTo>
                <a:lnTo>
                  <a:pt x="3545" y="1023"/>
                </a:lnTo>
                <a:cubicBezTo>
                  <a:pt x="3545" y="1217"/>
                  <a:pt x="3389" y="1373"/>
                  <a:pt x="3195" y="1373"/>
                </a:cubicBezTo>
                <a:lnTo>
                  <a:pt x="9" y="1373"/>
                </a:lnTo>
                <a:lnTo>
                  <a:pt x="0" y="1373"/>
                </a:lnTo>
                <a:lnTo>
                  <a:pt x="0" y="0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cs typeface="MiSans Normal" panose="00000500000000000000" charset="-122"/>
            </a:endParaRPr>
          </a:p>
        </p:txBody>
      </p:sp>
      <p:sp>
        <p:nvSpPr>
          <p:cNvPr id="7" name="副标题"/>
          <p:cNvSpPr txBox="1">
            <a:spLocks noGrp="1"/>
          </p:cNvSpPr>
          <p:nvPr>
            <p:ph type="body" idx="2" hasCustomPrompt="1"/>
            <p:custDataLst>
              <p:tags r:id="rId4"/>
            </p:custDataLst>
          </p:nvPr>
        </p:nvSpPr>
        <p:spPr>
          <a:xfrm>
            <a:off x="1165860" y="4138930"/>
            <a:ext cx="1375408" cy="1951990"/>
          </a:xfrm>
          <a:prstGeom prst="rect">
            <a:avLst/>
          </a:prstGeom>
          <a:noFill/>
        </p:spPr>
        <p:txBody>
          <a:bodyPr vert="eaVert" wrap="square" lIns="91440" tIns="45720" rIns="91440" bIns="45720" rtlCol="0" anchor="ctr">
            <a:normAutofit/>
          </a:bodyPr>
          <a:lstStyle>
            <a:lvl1pPr marL="0" marR="0" lvl="0" algn="just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en-US" altLang="zh-CN" sz="2000" b="0" i="0" u="none" strike="noStrike" kern="1200" cap="none" spc="0" normalizeH="0" baseline="0" noProof="1">
                <a:solidFill>
                  <a:schemeClr val="bg1">
                    <a:lumMod val="85000"/>
                  </a:schemeClr>
                </a:solidFill>
                <a:latin typeface="MiSans Heavy" panose="00000A00000000000000" charset="-122"/>
                <a:ea typeface="MiSans Heavy" panose="00000A00000000000000" charset="-122"/>
                <a:cs typeface="MiSans Normal" panose="00000500000000000000" charset="-122"/>
                <a:sym typeface="+mn-ea"/>
              </a:defRPr>
            </a:lvl1pPr>
          </a:lstStyle>
          <a:p>
            <a:pPr lvl="0" algn="just">
              <a:buClrTx/>
              <a:buSzTx/>
              <a:buFontTx/>
            </a:pPr>
            <a:r>
              <a:rPr dirty="0" err="1">
                <a:sym typeface="+mn-ea"/>
              </a:rPr>
              <a:t>单击编辑副标题</a:t>
            </a:r>
            <a:endParaRPr dirty="0">
              <a:sym typeface="+mn-ea"/>
            </a:endParaRPr>
          </a:p>
        </p:txBody>
      </p:sp>
      <p:sp>
        <p:nvSpPr>
          <p:cNvPr id="6" name="标题"/>
          <p:cNvSpPr txBox="1">
            <a:spLocks noGrp="1"/>
          </p:cNvSpPr>
          <p:nvPr>
            <p:ph type="title" idx="1" hasCustomPrompt="1"/>
            <p:custDataLst>
              <p:tags r:id="rId5"/>
            </p:custDataLst>
          </p:nvPr>
        </p:nvSpPr>
        <p:spPr>
          <a:xfrm>
            <a:off x="1166495" y="1793240"/>
            <a:ext cx="1375410" cy="2122210"/>
          </a:xfrm>
          <a:prstGeom prst="rect">
            <a:avLst/>
          </a:prstGeom>
          <a:noFill/>
        </p:spPr>
        <p:txBody>
          <a:bodyPr vert="eaVert" wrap="square" lIns="91440" tIns="45720" rIns="91440" bIns="45720" rtlCol="0" anchor="ctr">
            <a:normAutofit/>
          </a:bodyPr>
          <a:lstStyle>
            <a:lvl1pPr marL="0" marR="0" lvl="0" algn="r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zh-CN" altLang="en-US" sz="6000" b="0" i="0" u="none" strike="noStrike" kern="1200" cap="none" spc="0" normalizeH="0" baseline="0" noProof="1">
                <a:solidFill>
                  <a:schemeClr val="tx1">
                    <a:lumMod val="85000"/>
                    <a:lumOff val="15000"/>
                  </a:schemeClr>
                </a:solidFill>
                <a:latin typeface="+mj-ea"/>
                <a:ea typeface="+mj-ea"/>
                <a:cs typeface="MiSans Normal" panose="00000500000000000000" charset="-122"/>
                <a:sym typeface="+mn-ea"/>
              </a:defRPr>
            </a:lvl1pPr>
          </a:lstStyle>
          <a:p>
            <a:pPr lvl="0" algn="l">
              <a:buClrTx/>
              <a:buSzTx/>
              <a:buFontTx/>
            </a:pPr>
            <a:r>
              <a:rPr dirty="0">
                <a:sym typeface="+mn-ea"/>
              </a:rPr>
              <a:t>标题</a:t>
            </a:r>
            <a:endParaRPr dirty="0">
              <a:sym typeface="+mn-ea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6"/>
            </p:custDataLst>
          </p:nvPr>
        </p:nvSpPr>
        <p:spPr>
          <a:xfrm>
            <a:off x="612000" y="6314400"/>
            <a:ext cx="2700000" cy="316800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7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8"/>
            </p:custDataLst>
          </p:nvPr>
        </p:nvSpPr>
        <p:spPr>
          <a:xfrm>
            <a:off x="8877600" y="6314400"/>
            <a:ext cx="2700000" cy="316800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 showMasterSp="0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椭圆 11"/>
          <p:cNvSpPr/>
          <p:nvPr>
            <p:custDataLst>
              <p:tags r:id="rId2"/>
            </p:custDataLst>
          </p:nvPr>
        </p:nvSpPr>
        <p:spPr>
          <a:xfrm rot="16200000">
            <a:off x="977900" y="1336040"/>
            <a:ext cx="4351020" cy="4351020"/>
          </a:xfrm>
          <a:prstGeom prst="ellipse">
            <a:avLst/>
          </a:prstGeom>
          <a:solidFill>
            <a:schemeClr val="lt1"/>
          </a:solidFill>
          <a:ln>
            <a:noFill/>
          </a:ln>
          <a:effectLst>
            <a:outerShdw blurRad="495300" dist="38100" dir="2700000" algn="tl" rotWithShape="0">
              <a:schemeClr val="accent1">
                <a:alpha val="18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/>
            <a:endParaRPr lang="zh-CN" altLang="en-US">
              <a:solidFill>
                <a:schemeClr val="lt1"/>
              </a:solidFill>
              <a:cs typeface="MiSans Normal" panose="00000500000000000000" charset="-122"/>
            </a:endParaRPr>
          </a:p>
        </p:txBody>
      </p:sp>
      <p:sp>
        <p:nvSpPr>
          <p:cNvPr id="11" name="椭圆 10"/>
          <p:cNvSpPr/>
          <p:nvPr>
            <p:custDataLst>
              <p:tags r:id="rId3"/>
            </p:custDataLst>
          </p:nvPr>
        </p:nvSpPr>
        <p:spPr>
          <a:xfrm rot="16200000">
            <a:off x="1828800" y="2186940"/>
            <a:ext cx="2649220" cy="2649220"/>
          </a:xfrm>
          <a:prstGeom prst="ellipse">
            <a:avLst/>
          </a:prstGeom>
          <a:solidFill>
            <a:schemeClr val="lt1"/>
          </a:solidFill>
          <a:ln>
            <a:noFill/>
          </a:ln>
          <a:effectLst>
            <a:outerShdw blurRad="495300" dist="38100" dir="2700000" algn="tl" rotWithShape="0">
              <a:schemeClr val="accent1">
                <a:alpha val="25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/>
            <a:endParaRPr lang="zh-CN" altLang="en-US">
              <a:solidFill>
                <a:schemeClr val="lt1"/>
              </a:solidFill>
              <a:cs typeface="MiSans Normal" panose="00000500000000000000" charset="-122"/>
            </a:endParaRPr>
          </a:p>
        </p:txBody>
      </p:sp>
      <p:sp>
        <p:nvSpPr>
          <p:cNvPr id="9" name="弧形 8"/>
          <p:cNvSpPr/>
          <p:nvPr>
            <p:custDataLst>
              <p:tags r:id="rId4"/>
            </p:custDataLst>
          </p:nvPr>
        </p:nvSpPr>
        <p:spPr>
          <a:xfrm>
            <a:off x="301625" y="659765"/>
            <a:ext cx="5703570" cy="5703570"/>
          </a:xfrm>
          <a:prstGeom prst="arc">
            <a:avLst>
              <a:gd name="adj1" fmla="val 16200000"/>
              <a:gd name="adj2" fmla="val 5319923"/>
            </a:avLst>
          </a:prstGeom>
          <a:ln>
            <a:solidFill>
              <a:schemeClr val="bg2">
                <a:lumMod val="85000"/>
              </a:schemeClr>
            </a:solidFill>
            <a:headEnd type="oval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>
              <a:cs typeface="MiSans Normal" panose="00000500000000000000" charset="-122"/>
            </a:endParaRPr>
          </a:p>
        </p:txBody>
      </p:sp>
      <p:sp>
        <p:nvSpPr>
          <p:cNvPr id="10" name="圆角矩形 9"/>
          <p:cNvSpPr/>
          <p:nvPr>
            <p:custDataLst>
              <p:tags r:id="rId5"/>
            </p:custDataLst>
          </p:nvPr>
        </p:nvSpPr>
        <p:spPr>
          <a:xfrm rot="10800000">
            <a:off x="6876415" y="3851910"/>
            <a:ext cx="2408555" cy="159385"/>
          </a:xfrm>
          <a:prstGeom prst="round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 fontScale="25000" lnSpcReduction="20000"/>
          </a:bodyPr>
          <a:lstStyle/>
          <a:p>
            <a:pPr algn="ctr"/>
            <a:endParaRPr lang="zh-CN" altLang="en-US">
              <a:cs typeface="MiSans Normal" panose="00000500000000000000" charset="-122"/>
            </a:endParaRPr>
          </a:p>
        </p:txBody>
      </p:sp>
      <p:sp>
        <p:nvSpPr>
          <p:cNvPr id="14" name="任意多边形 13"/>
          <p:cNvSpPr/>
          <p:nvPr>
            <p:custDataLst>
              <p:tags r:id="rId6"/>
            </p:custDataLst>
          </p:nvPr>
        </p:nvSpPr>
        <p:spPr>
          <a:xfrm flipV="1">
            <a:off x="8945880" y="0"/>
            <a:ext cx="3246120" cy="86042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5112" h="1355">
                <a:moveTo>
                  <a:pt x="301" y="0"/>
                </a:moveTo>
                <a:lnTo>
                  <a:pt x="5112" y="0"/>
                </a:lnTo>
                <a:lnTo>
                  <a:pt x="5112" y="1355"/>
                </a:lnTo>
                <a:lnTo>
                  <a:pt x="0" y="1355"/>
                </a:lnTo>
                <a:lnTo>
                  <a:pt x="0" y="301"/>
                </a:lnTo>
                <a:cubicBezTo>
                  <a:pt x="0" y="135"/>
                  <a:pt x="135" y="0"/>
                  <a:pt x="301" y="0"/>
                </a:cubicBez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cs typeface="MiSans Normal" panose="00000500000000000000" charset="-122"/>
            </a:endParaRPr>
          </a:p>
        </p:txBody>
      </p:sp>
      <p:sp>
        <p:nvSpPr>
          <p:cNvPr id="8" name="节编号"/>
          <p:cNvSpPr txBox="1">
            <a:spLocks noGrp="1"/>
          </p:cNvSpPr>
          <p:nvPr>
            <p:ph type="body" idx="2" hasCustomPrompt="1"/>
            <p:custDataLst>
              <p:tags r:id="rId7"/>
            </p:custDataLst>
          </p:nvPr>
        </p:nvSpPr>
        <p:spPr>
          <a:xfrm>
            <a:off x="1828800" y="3004185"/>
            <a:ext cx="2649220" cy="1208405"/>
          </a:xfrm>
          <a:prstGeom prst="rect">
            <a:avLst/>
          </a:prstGeom>
          <a:noFill/>
        </p:spPr>
        <p:txBody>
          <a:bodyPr wrap="square" lIns="91440" tIns="45720" rIns="91440" bIns="45720" rtlCol="0" anchor="t" anchorCtr="0">
            <a:normAutofit/>
          </a:bodyPr>
          <a:lstStyle>
            <a:lvl1pPr marL="0" marR="0" lvl="0" algn="ctr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en-US" altLang="zh-CN" sz="6000" b="0" i="0" u="none" strike="noStrike" kern="1200" cap="none" spc="200" normalizeH="0" baseline="0" noProof="1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MiSans Heavy" panose="00000A00000000000000" charset="-122"/>
                <a:ea typeface="MiSans Heavy" panose="00000A00000000000000" charset="-122"/>
                <a:cs typeface="MiSans Normal" panose="00000500000000000000" charset="-122"/>
                <a:sym typeface="+mn-ea"/>
              </a:defRPr>
            </a:lvl1pPr>
          </a:lstStyle>
          <a:p>
            <a:pPr lvl="0" algn="ctr">
              <a:buClrTx/>
              <a:buSzTx/>
              <a:buFontTx/>
            </a:pPr>
            <a:r>
              <a:rPr>
                <a:sym typeface="+mn-ea"/>
              </a:rPr>
              <a:t>节编号</a:t>
            </a:r>
            <a:endParaRPr>
              <a:sym typeface="+mn-ea"/>
            </a:endParaRPr>
          </a:p>
        </p:txBody>
      </p:sp>
      <p:sp>
        <p:nvSpPr>
          <p:cNvPr id="7" name="标题"/>
          <p:cNvSpPr txBox="1">
            <a:spLocks noGrp="1"/>
          </p:cNvSpPr>
          <p:nvPr>
            <p:ph type="title" idx="1" hasCustomPrompt="1"/>
            <p:custDataLst>
              <p:tags r:id="rId8"/>
            </p:custDataLst>
          </p:nvPr>
        </p:nvSpPr>
        <p:spPr>
          <a:xfrm>
            <a:off x="6732905" y="2092325"/>
            <a:ext cx="5005070" cy="1684020"/>
          </a:xfrm>
          <a:prstGeom prst="rect">
            <a:avLst/>
          </a:prstGeom>
          <a:noFill/>
        </p:spPr>
        <p:txBody>
          <a:bodyPr wrap="square" lIns="91440" tIns="45720" rIns="91440" bIns="45720" rtlCol="0" anchor="b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zh-CN" altLang="en-US" sz="4800" b="0" i="0" u="none" strike="noStrike" kern="1200" cap="none" spc="200" normalizeH="0" baseline="0" noProof="1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+mj-ea"/>
                <a:ea typeface="+mj-ea"/>
                <a:cs typeface="MiSans Normal" panose="00000500000000000000" charset="-122"/>
                <a:sym typeface="+mn-ea"/>
              </a:defRPr>
            </a:lvl1pPr>
          </a:lstStyle>
          <a:p>
            <a:pPr lvl="0" algn="l">
              <a:buClrTx/>
              <a:buSzTx/>
              <a:buFontTx/>
            </a:pPr>
            <a:r>
              <a:rPr>
                <a:sym typeface="+mn-ea"/>
              </a:rPr>
              <a:t>单击编辑标题</a:t>
            </a:r>
            <a:endParaRPr>
              <a:sym typeface="+mn-ea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9"/>
            </p:custDataLst>
          </p:nvPr>
        </p:nvSpPr>
        <p:spPr>
          <a:xfrm>
            <a:off x="612000" y="6314400"/>
            <a:ext cx="2700000" cy="316800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10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11"/>
            </p:custDataLst>
          </p:nvPr>
        </p:nvSpPr>
        <p:spPr>
          <a:xfrm>
            <a:off x="8877600" y="6314400"/>
            <a:ext cx="2700000" cy="316800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 showMasterSp="0">
  <p:cSld name="标题和两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正文"/>
          <p:cNvSpPr txBox="1">
            <a:spLocks noGrp="1"/>
          </p:cNvSpPr>
          <p:nvPr>
            <p:ph idx="4"/>
            <p:custDataLst>
              <p:tags r:id="rId2"/>
            </p:custDataLst>
          </p:nvPr>
        </p:nvSpPr>
        <p:spPr>
          <a:xfrm>
            <a:off x="6400805" y="1490357"/>
            <a:ext cx="5176800" cy="4759236"/>
          </a:xfrm>
          <a:prstGeom prst="rect">
            <a:avLst/>
          </a:prstGeom>
          <a:ln>
            <a:noFill/>
            <a:prstDash val="sysDash"/>
          </a:ln>
        </p:spPr>
        <p:txBody>
          <a:bodyPr vert="horz" lIns="90000" tIns="46800" rIns="90000" bIns="46800" rtlCol="0">
            <a:normAutofit/>
          </a:bodyPr>
          <a:lstStyle>
            <a:defPPr>
              <a:defRPr lang="zh-CN"/>
            </a:defPPr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1800"/>
              </a:spcBef>
              <a:spcAft>
                <a:spcPts val="0"/>
              </a:spcAft>
              <a:buClrTx/>
              <a:buSzTx/>
              <a:buFont typeface="Arial" panose="020B0604020202090204" pitchFamily="34" charset="0"/>
              <a:buChar char="●"/>
              <a:defRPr kumimoji="0" lang="zh-CN" altLang="en-US" sz="1800" b="0" i="0" u="none" strike="noStrike" kern="1200" cap="none" spc="150" normalizeH="0" baseline="0" noProof="1" dirty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+mn-ea"/>
                <a:ea typeface="+mn-ea"/>
                <a:cs typeface="MiSans Normal" panose="00000500000000000000" charset="-122"/>
                <a:sym typeface="+mn-ea"/>
              </a:defRPr>
            </a:lvl1pPr>
            <a:lvl2pPr marL="449580" marR="0" lvl="1" indent="-231775" fontAlgn="auto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90204" pitchFamily="34" charset="0"/>
              <a:buChar char="●"/>
              <a:tabLst>
                <a:tab pos="1609725" algn="l"/>
              </a:tabLst>
              <a:defRPr kumimoji="0" sz="1600" b="0" i="0" u="none" strike="noStrike" cap="none" spc="150" normalizeH="0" baseline="0">
                <a:ln>
                  <a:noFill/>
                  <a:prstDash val="sysDot"/>
                </a:ln>
                <a:solidFill>
                  <a:schemeClr val="tx1">
                    <a:lumMod val="50000"/>
                    <a:lumOff val="50000"/>
                  </a:schemeClr>
                </a:solidFill>
                <a:uFillTx/>
                <a:latin typeface="+mn-ea"/>
                <a:ea typeface="+mn-ea"/>
              </a:defRPr>
            </a:lvl2pPr>
            <a:lvl3pPr marL="719455" marR="0" lvl="2" indent="-276225" fontAlgn="auto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90204" pitchFamily="34" charset="0"/>
              <a:buChar char="●"/>
              <a:defRPr kumimoji="0" sz="1600" b="0" i="0" u="none" strike="noStrike" cap="none" spc="150" normalizeH="0" baseline="0">
                <a:ln>
                  <a:noFill/>
                  <a:prstDash val="sysDot"/>
                </a:ln>
                <a:solidFill>
                  <a:schemeClr val="tx1">
                    <a:lumMod val="50000"/>
                    <a:lumOff val="50000"/>
                  </a:schemeClr>
                </a:solidFill>
                <a:uFillTx/>
                <a:latin typeface="+mn-ea"/>
                <a:ea typeface="+mn-ea"/>
              </a:defRPr>
            </a:lvl3pPr>
            <a:lvl4pPr marL="987425" marR="0" lvl="3" indent="-262255" fontAlgn="auto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tabLst>
                <a:tab pos="899795" algn="l"/>
              </a:tabLst>
              <a:defRPr kumimoji="0" sz="1400" b="0" i="0" u="none" strike="noStrike" cap="none" spc="150" normalizeH="0" baseline="0">
                <a:ln>
                  <a:noFill/>
                  <a:prstDash val="sysDot"/>
                </a:ln>
                <a:solidFill>
                  <a:schemeClr val="tx1">
                    <a:lumMod val="50000"/>
                    <a:lumOff val="50000"/>
                  </a:schemeClr>
                </a:solidFill>
                <a:uFillTx/>
                <a:latin typeface="+mn-ea"/>
                <a:ea typeface="+mn-ea"/>
              </a:defRPr>
            </a:lvl4pPr>
            <a:lvl5pPr marL="1256030" marR="0" lvl="4" indent="-262255" fontAlgn="auto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90204" pitchFamily="34" charset="0"/>
              <a:buChar char="•"/>
              <a:defRPr kumimoji="0" sz="1400" b="0" i="0" u="none" strike="noStrike" cap="none" spc="150" normalizeH="0" baseline="0">
                <a:ln>
                  <a:noFill/>
                  <a:prstDash val="sysDot"/>
                </a:ln>
                <a:solidFill>
                  <a:schemeClr val="tx1">
                    <a:lumMod val="50000"/>
                    <a:lumOff val="50000"/>
                  </a:schemeClr>
                </a:solidFill>
                <a:uFillTx/>
                <a:latin typeface="+mn-ea"/>
                <a:ea typeface="+mn-ea"/>
              </a:defRPr>
            </a:lvl5pPr>
            <a:lvl6pPr indent="0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None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</a:lvl9pPr>
          </a:lstStyle>
          <a:p>
            <a:pPr lvl="0"/>
            <a:r>
              <a:rPr>
                <a:sym typeface="+mn-ea"/>
              </a:rPr>
              <a:t>单击此处编辑母版文本样式</a:t>
            </a:r>
            <a:endParaRPr>
              <a:sym typeface="+mn-ea"/>
            </a:endParaRPr>
          </a:p>
          <a:p>
            <a:pPr lvl="1"/>
            <a:r>
              <a:rPr>
                <a:sym typeface="+mn-ea"/>
              </a:rPr>
              <a:t>第二级</a:t>
            </a:r>
            <a:endParaRPr>
              <a:sym typeface="+mn-ea"/>
            </a:endParaRPr>
          </a:p>
          <a:p>
            <a:pPr lvl="2"/>
            <a:r>
              <a:rPr>
                <a:sym typeface="+mn-ea"/>
              </a:rPr>
              <a:t>第三级</a:t>
            </a:r>
            <a:endParaRPr>
              <a:sym typeface="+mn-ea"/>
            </a:endParaRPr>
          </a:p>
          <a:p>
            <a:pPr lvl="3"/>
            <a:r>
              <a:rPr>
                <a:sym typeface="+mn-ea"/>
              </a:rPr>
              <a:t>第四级</a:t>
            </a:r>
            <a:endParaRPr>
              <a:sym typeface="+mn-ea"/>
            </a:endParaRPr>
          </a:p>
          <a:p>
            <a:pPr lvl="4"/>
            <a:r>
              <a:rPr>
                <a:sym typeface="+mn-ea"/>
              </a:rPr>
              <a:t>第五级</a:t>
            </a:r>
            <a:endParaRPr>
              <a:sym typeface="+mn-ea"/>
            </a:endParaRPr>
          </a:p>
        </p:txBody>
      </p:sp>
      <p:sp>
        <p:nvSpPr>
          <p:cNvPr id="9" name="正文"/>
          <p:cNvSpPr txBox="1">
            <a:spLocks noGrp="1"/>
          </p:cNvSpPr>
          <p:nvPr>
            <p:ph idx="3"/>
            <p:custDataLst>
              <p:tags r:id="rId3"/>
            </p:custDataLst>
          </p:nvPr>
        </p:nvSpPr>
        <p:spPr>
          <a:xfrm>
            <a:off x="608400" y="1490357"/>
            <a:ext cx="5176800" cy="4759236"/>
          </a:xfrm>
          <a:prstGeom prst="rect">
            <a:avLst/>
          </a:prstGeom>
          <a:ln>
            <a:noFill/>
            <a:prstDash val="sysDash"/>
          </a:ln>
        </p:spPr>
        <p:txBody>
          <a:bodyPr vert="horz" lIns="90000" tIns="46800" rIns="90000" bIns="4680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1800"/>
              </a:spcBef>
              <a:spcAft>
                <a:spcPts val="0"/>
              </a:spcAft>
              <a:buClrTx/>
              <a:buSzTx/>
              <a:buFont typeface="Arial" panose="020B0604020202090204" pitchFamily="34" charset="0"/>
              <a:buChar char="●"/>
              <a:defRPr kumimoji="0" lang="zh-CN" altLang="en-US" sz="1800" b="0" i="0" u="none" strike="noStrike" kern="1200" cap="none" spc="150" normalizeH="0" baseline="0" noProof="1" dirty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+mn-ea"/>
                <a:ea typeface="+mn-ea"/>
                <a:cs typeface="MiSans Normal" panose="00000500000000000000" charset="-122"/>
                <a:sym typeface="+mn-ea"/>
              </a:defRPr>
            </a:lvl1pPr>
            <a:lvl2pPr marL="685800" marR="0" lvl="1" indent="-228600" fontAlgn="auto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90204" pitchFamily="34" charset="0"/>
              <a:buChar char="●"/>
              <a:tabLst>
                <a:tab pos="1609725" algn="l"/>
              </a:tabLst>
              <a:defRPr kumimoji="0" sz="1600" b="0" i="0" u="none" strike="noStrike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ea"/>
                <a:ea typeface="+mn-ea"/>
              </a:defRPr>
            </a:lvl2pPr>
            <a:lvl3pPr marL="1143000" marR="0" lvl="2" indent="-228600" fontAlgn="auto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90204" pitchFamily="34" charset="0"/>
              <a:buChar char="●"/>
              <a:defRPr kumimoji="0" sz="1600" b="0" i="0" u="none" strike="noStrike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ea"/>
                <a:ea typeface="+mn-ea"/>
              </a:defRPr>
            </a:lvl3pPr>
            <a:lvl4pPr marL="1600200" marR="0" lvl="3" indent="-228600" fontAlgn="auto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kumimoji="0" sz="1400" b="0" i="0" u="none" strike="noStrike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ea"/>
                <a:ea typeface="+mn-ea"/>
              </a:defRPr>
            </a:lvl4pPr>
            <a:lvl5pPr marL="2057400" marR="0" lvl="4" indent="-228600" fontAlgn="auto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90204" pitchFamily="34" charset="0"/>
              <a:buChar char="•"/>
              <a:defRPr kumimoji="0" sz="1400" b="0" i="0" u="none" strike="noStrike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ea"/>
                <a:ea typeface="+mn-ea"/>
              </a:defRPr>
            </a:lvl5pPr>
            <a:lvl6pPr indent="0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None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</a:lvl9pPr>
          </a:lstStyle>
          <a:p>
            <a:pPr lvl="0">
              <a:spcBef>
                <a:spcPts val="1800"/>
              </a:spcBef>
              <a:spcAft>
                <a:spcPts val="0"/>
              </a:spcAft>
            </a:pPr>
            <a:r>
              <a:rPr>
                <a:sym typeface="+mn-ea"/>
              </a:rPr>
              <a:t>单击此处编辑母版文本样式</a:t>
            </a:r>
            <a:endParaRPr>
              <a:sym typeface="+mn-ea"/>
            </a:endParaRPr>
          </a:p>
          <a:p>
            <a:pPr lvl="1">
              <a:spcBef>
                <a:spcPts val="1800"/>
              </a:spcBef>
              <a:spcAft>
                <a:spcPts val="0"/>
              </a:spcAft>
            </a:pPr>
            <a:r>
              <a:rPr>
                <a:sym typeface="+mn-ea"/>
              </a:rPr>
              <a:t>第二级</a:t>
            </a:r>
            <a:endParaRPr>
              <a:sym typeface="+mn-ea"/>
            </a:endParaRPr>
          </a:p>
          <a:p>
            <a:pPr lvl="2">
              <a:spcBef>
                <a:spcPts val="1800"/>
              </a:spcBef>
              <a:spcAft>
                <a:spcPts val="0"/>
              </a:spcAft>
            </a:pPr>
            <a:r>
              <a:rPr>
                <a:sym typeface="+mn-ea"/>
              </a:rPr>
              <a:t>第三级</a:t>
            </a:r>
            <a:endParaRPr>
              <a:sym typeface="+mn-ea"/>
            </a:endParaRPr>
          </a:p>
          <a:p>
            <a:pPr lvl="3">
              <a:spcBef>
                <a:spcPts val="1800"/>
              </a:spcBef>
              <a:spcAft>
                <a:spcPts val="0"/>
              </a:spcAft>
            </a:pPr>
            <a:r>
              <a:rPr>
                <a:sym typeface="+mn-ea"/>
              </a:rPr>
              <a:t>第四级</a:t>
            </a:r>
            <a:endParaRPr>
              <a:sym typeface="+mn-ea"/>
            </a:endParaRPr>
          </a:p>
          <a:p>
            <a:pPr lvl="4">
              <a:spcBef>
                <a:spcPts val="1800"/>
              </a:spcBef>
              <a:spcAft>
                <a:spcPts val="0"/>
              </a:spcAft>
            </a:pPr>
            <a:r>
              <a:rPr>
                <a:sym typeface="+mn-ea"/>
              </a:rPr>
              <a:t>第五级</a:t>
            </a:r>
            <a:endParaRPr>
              <a:sym typeface="+mn-ea"/>
            </a:endParaRPr>
          </a:p>
        </p:txBody>
      </p:sp>
      <p:sp>
        <p:nvSpPr>
          <p:cNvPr id="14" name="任意多边形 13"/>
          <p:cNvSpPr/>
          <p:nvPr>
            <p:custDataLst>
              <p:tags r:id="rId4"/>
            </p:custDataLst>
          </p:nvPr>
        </p:nvSpPr>
        <p:spPr>
          <a:xfrm rot="5400000" flipV="1">
            <a:off x="-300990" y="301625"/>
            <a:ext cx="987425" cy="384810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001" h="606">
                <a:moveTo>
                  <a:pt x="0" y="0"/>
                </a:moveTo>
                <a:lnTo>
                  <a:pt x="2001" y="0"/>
                </a:lnTo>
                <a:lnTo>
                  <a:pt x="2001" y="256"/>
                </a:lnTo>
                <a:cubicBezTo>
                  <a:pt x="2001" y="450"/>
                  <a:pt x="1845" y="606"/>
                  <a:pt x="1651" y="606"/>
                </a:cubicBezTo>
                <a:lnTo>
                  <a:pt x="0" y="606"/>
                </a:lnTo>
                <a:lnTo>
                  <a:pt x="0" y="0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cs typeface="MiSans Normal" panose="00000500000000000000" charset="-122"/>
            </a:endParaRPr>
          </a:p>
        </p:txBody>
      </p:sp>
      <p:sp>
        <p:nvSpPr>
          <p:cNvPr id="8" name="标题"/>
          <p:cNvSpPr txBox="1">
            <a:spLocks noGrp="1"/>
          </p:cNvSpPr>
          <p:nvPr>
            <p:ph type="title" idx="1"/>
            <p:custDataLst>
              <p:tags r:id="rId5"/>
            </p:custDataLst>
          </p:nvPr>
        </p:nvSpPr>
        <p:spPr>
          <a:xfrm>
            <a:off x="608330" y="397510"/>
            <a:ext cx="10968990" cy="678815"/>
          </a:xfrm>
          <a:prstGeom prst="rect">
            <a:avLst/>
          </a:prstGeom>
          <a:noFill/>
        </p:spPr>
        <p:txBody>
          <a:bodyPr wrap="square" rtlCol="0" anchor="b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zh-CN" altLang="en-US" sz="3200" b="0" i="0" u="none" strike="noStrike" kern="1200" cap="none" spc="300" normalizeH="0" baseline="0" noProof="1" dirty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lt"/>
                <a:cs typeface="MiSans Normal" panose="00000500000000000000" charset="-122"/>
                <a:sym typeface="+mn-ea"/>
              </a:defRPr>
            </a:lvl1pPr>
          </a:lstStyle>
          <a:p>
            <a:pPr lvl="0" algn="l">
              <a:buClrTx/>
              <a:buSzTx/>
              <a:buFontTx/>
            </a:pPr>
            <a:r>
              <a:rPr>
                <a:sym typeface="+mn-ea"/>
              </a:rPr>
              <a:t>单击此处编辑母版标题样式</a:t>
            </a:r>
            <a:endParaRPr>
              <a:sym typeface="+mn-ea"/>
            </a:endParaRP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6"/>
            </p:custDataLst>
          </p:nvPr>
        </p:nvSpPr>
        <p:spPr>
          <a:xfrm>
            <a:off x="612000" y="6314400"/>
            <a:ext cx="2700000" cy="316800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7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8"/>
            </p:custDataLst>
          </p:nvPr>
        </p:nvSpPr>
        <p:spPr>
          <a:xfrm>
            <a:off x="8877600" y="6314400"/>
            <a:ext cx="2700000" cy="316800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 showMasterSp="0">
  <p:cSld name="标题和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正文"/>
          <p:cNvSpPr txBox="1">
            <a:spLocks noGrp="1"/>
          </p:cNvSpPr>
          <p:nvPr>
            <p:ph idx="6"/>
            <p:custDataLst>
              <p:tags r:id="rId2"/>
            </p:custDataLst>
          </p:nvPr>
        </p:nvSpPr>
        <p:spPr>
          <a:xfrm>
            <a:off x="6235200" y="1854000"/>
            <a:ext cx="5342400" cy="4395600"/>
          </a:xfrm>
          <a:prstGeom prst="rect">
            <a:avLst/>
          </a:prstGeom>
          <a:ln>
            <a:noFill/>
            <a:prstDash val="sysDash"/>
          </a:ln>
        </p:spPr>
        <p:txBody>
          <a:bodyPr vert="horz" lIns="90000" tIns="46800" rIns="90000" bIns="46800" rtlCol="0">
            <a:normAutofit/>
          </a:bodyPr>
          <a:lstStyle>
            <a:defPPr>
              <a:defRPr lang="zh-CN"/>
            </a:defPPr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1800"/>
              </a:spcBef>
              <a:spcAft>
                <a:spcPts val="0"/>
              </a:spcAft>
              <a:buClrTx/>
              <a:buSzTx/>
              <a:buFont typeface="Arial" panose="020B0604020202090204" pitchFamily="34" charset="0"/>
              <a:buChar char="●"/>
              <a:defRPr kumimoji="0" lang="zh-CN" altLang="en-US" sz="1800" b="0" i="0" u="none" strike="noStrike" kern="1200" cap="none" spc="150" normalizeH="0" baseline="0" noProof="1" dirty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+mn-ea"/>
                <a:ea typeface="+mn-ea"/>
                <a:cs typeface="MiSans Normal" panose="00000500000000000000" charset="-122"/>
                <a:sym typeface="+mn-ea"/>
              </a:defRPr>
            </a:lvl1pPr>
            <a:lvl2pPr marL="449580" marR="0" lvl="1" indent="-231775" fontAlgn="auto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90204" pitchFamily="34" charset="0"/>
              <a:buChar char="●"/>
              <a:tabLst>
                <a:tab pos="1609725" algn="l"/>
              </a:tabLst>
              <a:defRPr kumimoji="0" sz="1600" b="0" i="0" u="none" strike="noStrike" cap="none" spc="150" normalizeH="0" baseline="0">
                <a:ln>
                  <a:noFill/>
                  <a:prstDash val="sysDot"/>
                </a:ln>
                <a:solidFill>
                  <a:schemeClr val="tx1">
                    <a:lumMod val="50000"/>
                    <a:lumOff val="50000"/>
                  </a:schemeClr>
                </a:solidFill>
                <a:uFillTx/>
                <a:latin typeface="+mn-ea"/>
                <a:ea typeface="+mn-ea"/>
              </a:defRPr>
            </a:lvl2pPr>
            <a:lvl3pPr marL="719455" marR="0" lvl="2" indent="-276225" fontAlgn="auto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90204" pitchFamily="34" charset="0"/>
              <a:buChar char="●"/>
              <a:defRPr kumimoji="0" sz="1600" b="0" i="0" u="none" strike="noStrike" cap="none" spc="150" normalizeH="0" baseline="0">
                <a:ln>
                  <a:noFill/>
                  <a:prstDash val="sysDot"/>
                </a:ln>
                <a:solidFill>
                  <a:schemeClr val="tx1">
                    <a:lumMod val="50000"/>
                    <a:lumOff val="50000"/>
                  </a:schemeClr>
                </a:solidFill>
                <a:uFillTx/>
                <a:latin typeface="+mn-ea"/>
                <a:ea typeface="+mn-ea"/>
              </a:defRPr>
            </a:lvl3pPr>
            <a:lvl4pPr marL="987425" marR="0" lvl="3" indent="-262255" fontAlgn="auto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tabLst>
                <a:tab pos="899795" algn="l"/>
              </a:tabLst>
              <a:defRPr kumimoji="0" sz="1400" b="0" i="0" u="none" strike="noStrike" cap="none" spc="150" normalizeH="0" baseline="0">
                <a:ln>
                  <a:noFill/>
                  <a:prstDash val="sysDot"/>
                </a:ln>
                <a:solidFill>
                  <a:schemeClr val="tx1">
                    <a:lumMod val="50000"/>
                    <a:lumOff val="50000"/>
                  </a:schemeClr>
                </a:solidFill>
                <a:uFillTx/>
                <a:latin typeface="+mn-ea"/>
                <a:ea typeface="+mn-ea"/>
              </a:defRPr>
            </a:lvl4pPr>
            <a:lvl5pPr marL="1256030" marR="0" lvl="4" indent="-262255" fontAlgn="auto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90204" pitchFamily="34" charset="0"/>
              <a:buChar char="•"/>
              <a:defRPr kumimoji="0" sz="1400" b="0" i="0" u="none" strike="noStrike" cap="none" spc="150" normalizeH="0" baseline="0">
                <a:ln>
                  <a:noFill/>
                  <a:prstDash val="sysDot"/>
                </a:ln>
                <a:solidFill>
                  <a:schemeClr val="tx1">
                    <a:lumMod val="50000"/>
                    <a:lumOff val="50000"/>
                  </a:schemeClr>
                </a:solidFill>
                <a:uFillTx/>
                <a:latin typeface="+mn-ea"/>
                <a:ea typeface="+mn-ea"/>
              </a:defRPr>
            </a:lvl5pPr>
            <a:lvl6pPr indent="0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None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</a:lvl9pPr>
          </a:lstStyle>
          <a:p>
            <a:pPr lvl="0"/>
            <a:r>
              <a:rPr>
                <a:sym typeface="+mn-ea"/>
              </a:rPr>
              <a:t>单击此处编辑母版文本样式</a:t>
            </a:r>
            <a:endParaRPr>
              <a:sym typeface="+mn-ea"/>
            </a:endParaRPr>
          </a:p>
          <a:p>
            <a:pPr lvl="1"/>
            <a:r>
              <a:rPr>
                <a:sym typeface="+mn-ea"/>
              </a:rPr>
              <a:t>第二级</a:t>
            </a:r>
            <a:endParaRPr>
              <a:sym typeface="+mn-ea"/>
            </a:endParaRPr>
          </a:p>
          <a:p>
            <a:pPr lvl="2"/>
            <a:r>
              <a:rPr>
                <a:sym typeface="+mn-ea"/>
              </a:rPr>
              <a:t>第三级</a:t>
            </a:r>
            <a:endParaRPr>
              <a:sym typeface="+mn-ea"/>
            </a:endParaRPr>
          </a:p>
          <a:p>
            <a:pPr lvl="3"/>
            <a:r>
              <a:rPr>
                <a:sym typeface="+mn-ea"/>
              </a:rPr>
              <a:t>第四级</a:t>
            </a:r>
            <a:endParaRPr>
              <a:sym typeface="+mn-ea"/>
            </a:endParaRPr>
          </a:p>
          <a:p>
            <a:pPr lvl="4"/>
            <a:r>
              <a:rPr>
                <a:sym typeface="+mn-ea"/>
              </a:rPr>
              <a:t>第五级</a:t>
            </a:r>
            <a:endParaRPr>
              <a:sym typeface="+mn-ea"/>
            </a:endParaRPr>
          </a:p>
        </p:txBody>
      </p:sp>
      <p:sp>
        <p:nvSpPr>
          <p:cNvPr id="14" name="标题"/>
          <p:cNvSpPr txBox="1">
            <a:spLocks noGrp="1"/>
          </p:cNvSpPr>
          <p:nvPr>
            <p:ph type="title" idx="5"/>
            <p:custDataLst>
              <p:tags r:id="rId3"/>
            </p:custDataLst>
          </p:nvPr>
        </p:nvSpPr>
        <p:spPr>
          <a:xfrm>
            <a:off x="6235200" y="1429200"/>
            <a:ext cx="5342400" cy="400110"/>
          </a:xfrm>
          <a:prstGeom prst="rect">
            <a:avLst/>
          </a:prstGeom>
          <a:noFill/>
          <a:ln>
            <a:noFill/>
            <a:prstDash val="sysDash"/>
          </a:ln>
        </p:spPr>
        <p:txBody>
          <a:bodyPr wrap="square" rtlCol="0">
            <a:norm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zh-CN" altLang="en-US" sz="2000" b="1" i="0" u="none" strike="noStrike" kern="1200" cap="none" spc="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latin typeface="+mj-ea"/>
                <a:ea typeface="+mj-ea"/>
                <a:cs typeface="MiSans Normal" panose="00000500000000000000" charset="-122"/>
              </a:defRPr>
            </a:lvl1pPr>
          </a:lstStyle>
          <a:p>
            <a:pPr lvl="0"/>
            <a:r>
              <a:rPr>
                <a:sym typeface="+mn-ea"/>
              </a:rPr>
              <a:t>单击此处编辑母版标题样式</a:t>
            </a:r>
            <a:endParaRPr>
              <a:sym typeface="+mn-ea"/>
            </a:endParaRPr>
          </a:p>
        </p:txBody>
      </p:sp>
      <p:sp>
        <p:nvSpPr>
          <p:cNvPr id="13" name="正文"/>
          <p:cNvSpPr txBox="1">
            <a:spLocks noGrp="1"/>
          </p:cNvSpPr>
          <p:nvPr>
            <p:ph idx="4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  <a:prstGeom prst="rect">
            <a:avLst/>
          </a:prstGeom>
          <a:ln>
            <a:noFill/>
            <a:prstDash val="sysDash"/>
          </a:ln>
        </p:spPr>
        <p:txBody>
          <a:bodyPr vert="horz" lIns="90000" tIns="46800" rIns="90000" bIns="46800" rtlCol="0">
            <a:normAutofit/>
          </a:bodyPr>
          <a:lstStyle>
            <a:defPPr>
              <a:defRPr lang="zh-CN"/>
            </a:defPPr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1800"/>
              </a:spcBef>
              <a:spcAft>
                <a:spcPts val="0"/>
              </a:spcAft>
              <a:buClrTx/>
              <a:buSzTx/>
              <a:buFont typeface="Arial" panose="020B0604020202090204" pitchFamily="34" charset="0"/>
              <a:buChar char="●"/>
              <a:defRPr kumimoji="0" lang="zh-CN" altLang="en-US" sz="1800" b="0" i="0" u="none" strike="noStrike" kern="1200" cap="none" spc="150" normalizeH="0" baseline="0" noProof="1" dirty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+mn-ea"/>
                <a:ea typeface="+mn-ea"/>
                <a:cs typeface="MiSans Normal" panose="00000500000000000000" charset="-122"/>
                <a:sym typeface="+mn-ea"/>
              </a:defRPr>
            </a:lvl1pPr>
            <a:lvl2pPr marL="449580" marR="0" lvl="1" indent="-231775" fontAlgn="auto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90204" pitchFamily="34" charset="0"/>
              <a:buChar char="●"/>
              <a:tabLst>
                <a:tab pos="1609725" algn="l"/>
              </a:tabLst>
              <a:defRPr kumimoji="0" sz="1600" b="0" i="0" u="none" strike="noStrike" cap="none" spc="150" normalizeH="0" baseline="0">
                <a:ln>
                  <a:noFill/>
                  <a:prstDash val="sysDot"/>
                </a:ln>
                <a:solidFill>
                  <a:schemeClr val="tx1">
                    <a:lumMod val="50000"/>
                    <a:lumOff val="50000"/>
                  </a:schemeClr>
                </a:solidFill>
                <a:uFillTx/>
                <a:latin typeface="+mn-ea"/>
                <a:ea typeface="+mn-ea"/>
              </a:defRPr>
            </a:lvl2pPr>
            <a:lvl3pPr marL="719455" marR="0" lvl="2" indent="-276225" fontAlgn="auto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90204" pitchFamily="34" charset="0"/>
              <a:buChar char="●"/>
              <a:defRPr kumimoji="0" sz="1600" b="0" i="0" u="none" strike="noStrike" cap="none" spc="150" normalizeH="0" baseline="0">
                <a:ln>
                  <a:noFill/>
                  <a:prstDash val="sysDot"/>
                </a:ln>
                <a:solidFill>
                  <a:schemeClr val="tx1">
                    <a:lumMod val="50000"/>
                    <a:lumOff val="50000"/>
                  </a:schemeClr>
                </a:solidFill>
                <a:uFillTx/>
                <a:latin typeface="+mn-ea"/>
                <a:ea typeface="+mn-ea"/>
              </a:defRPr>
            </a:lvl3pPr>
            <a:lvl4pPr marL="987425" marR="0" lvl="3" indent="-262255" fontAlgn="auto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tabLst>
                <a:tab pos="899795" algn="l"/>
              </a:tabLst>
              <a:defRPr kumimoji="0" sz="1400" b="0" i="0" u="none" strike="noStrike" cap="none" spc="150" normalizeH="0" baseline="0">
                <a:ln>
                  <a:noFill/>
                  <a:prstDash val="sysDot"/>
                </a:ln>
                <a:solidFill>
                  <a:schemeClr val="tx1">
                    <a:lumMod val="50000"/>
                    <a:lumOff val="50000"/>
                  </a:schemeClr>
                </a:solidFill>
                <a:uFillTx/>
                <a:latin typeface="+mn-ea"/>
                <a:ea typeface="+mn-ea"/>
              </a:defRPr>
            </a:lvl4pPr>
            <a:lvl5pPr marL="1256030" marR="0" lvl="4" indent="-262255" fontAlgn="auto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90204" pitchFamily="34" charset="0"/>
              <a:buChar char="•"/>
              <a:defRPr kumimoji="0" sz="1400" b="0" i="0" u="none" strike="noStrike" cap="none" spc="150" normalizeH="0" baseline="0">
                <a:ln>
                  <a:noFill/>
                  <a:prstDash val="sysDot"/>
                </a:ln>
                <a:solidFill>
                  <a:schemeClr val="tx1">
                    <a:lumMod val="50000"/>
                    <a:lumOff val="50000"/>
                  </a:schemeClr>
                </a:solidFill>
                <a:uFillTx/>
                <a:latin typeface="+mn-ea"/>
                <a:ea typeface="+mn-ea"/>
              </a:defRPr>
            </a:lvl5pPr>
            <a:lvl6pPr indent="0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None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</a:lvl9pPr>
          </a:lstStyle>
          <a:p>
            <a:pPr lvl="0"/>
            <a:r>
              <a:rPr>
                <a:sym typeface="+mn-ea"/>
              </a:rPr>
              <a:t>单击此处编辑母版文本样式</a:t>
            </a:r>
            <a:endParaRPr>
              <a:sym typeface="+mn-ea"/>
            </a:endParaRPr>
          </a:p>
          <a:p>
            <a:pPr lvl="1"/>
            <a:r>
              <a:rPr>
                <a:sym typeface="+mn-ea"/>
              </a:rPr>
              <a:t>第二级</a:t>
            </a:r>
            <a:endParaRPr>
              <a:sym typeface="+mn-ea"/>
            </a:endParaRPr>
          </a:p>
          <a:p>
            <a:pPr lvl="2"/>
            <a:r>
              <a:rPr>
                <a:sym typeface="+mn-ea"/>
              </a:rPr>
              <a:t>第三级</a:t>
            </a:r>
            <a:endParaRPr>
              <a:sym typeface="+mn-ea"/>
            </a:endParaRPr>
          </a:p>
          <a:p>
            <a:pPr lvl="3"/>
            <a:r>
              <a:rPr>
                <a:sym typeface="+mn-ea"/>
              </a:rPr>
              <a:t>第四级</a:t>
            </a:r>
            <a:endParaRPr>
              <a:sym typeface="+mn-ea"/>
            </a:endParaRPr>
          </a:p>
          <a:p>
            <a:pPr lvl="4"/>
            <a:r>
              <a:rPr>
                <a:sym typeface="+mn-ea"/>
              </a:rPr>
              <a:t>第五级</a:t>
            </a:r>
            <a:endParaRPr>
              <a:sym typeface="+mn-ea"/>
            </a:endParaRPr>
          </a:p>
        </p:txBody>
      </p:sp>
      <p:sp>
        <p:nvSpPr>
          <p:cNvPr id="12" name="标题"/>
          <p:cNvSpPr txBox="1">
            <a:spLocks noGrp="1"/>
          </p:cNvSpPr>
          <p:nvPr>
            <p:ph type="title" idx="3"/>
            <p:custDataLst>
              <p:tags r:id="rId5"/>
            </p:custDataLst>
          </p:nvPr>
        </p:nvSpPr>
        <p:spPr>
          <a:xfrm>
            <a:off x="608400" y="1429200"/>
            <a:ext cx="5342400" cy="400110"/>
          </a:xfrm>
          <a:prstGeom prst="rect">
            <a:avLst/>
          </a:prstGeom>
          <a:noFill/>
          <a:ln>
            <a:noFill/>
            <a:prstDash val="sysDash"/>
          </a:ln>
        </p:spPr>
        <p:txBody>
          <a:bodyPr wrap="square" rtlCol="0">
            <a:norm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zh-CN" altLang="en-US" sz="2000" b="1" i="0" u="none" strike="noStrike" kern="1200" cap="none" spc="0" normalizeH="0" baseline="0" noProof="1">
                <a:solidFill>
                  <a:schemeClr val="tx1">
                    <a:lumMod val="85000"/>
                    <a:lumOff val="15000"/>
                  </a:schemeClr>
                </a:solidFill>
                <a:latin typeface="+mj-ea"/>
                <a:ea typeface="+mj-ea"/>
                <a:cs typeface="MiSans Normal" panose="00000500000000000000" charset="-122"/>
              </a:defRPr>
            </a:lvl1pPr>
          </a:lstStyle>
          <a:p>
            <a:pPr lvl="0"/>
            <a:r>
              <a:rPr>
                <a:sym typeface="+mn-ea"/>
              </a:rPr>
              <a:t>单击此处编辑母版标题样式</a:t>
            </a:r>
            <a:endParaRPr>
              <a:sym typeface="+mn-ea"/>
            </a:endParaRPr>
          </a:p>
        </p:txBody>
      </p:sp>
      <p:sp>
        <p:nvSpPr>
          <p:cNvPr id="11" name="任意多边形 10"/>
          <p:cNvSpPr/>
          <p:nvPr>
            <p:custDataLst>
              <p:tags r:id="rId6"/>
            </p:custDataLst>
          </p:nvPr>
        </p:nvSpPr>
        <p:spPr>
          <a:xfrm rot="5400000" flipV="1">
            <a:off x="-300990" y="301625"/>
            <a:ext cx="987425" cy="384810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001" h="606">
                <a:moveTo>
                  <a:pt x="0" y="0"/>
                </a:moveTo>
                <a:lnTo>
                  <a:pt x="2001" y="0"/>
                </a:lnTo>
                <a:lnTo>
                  <a:pt x="2001" y="256"/>
                </a:lnTo>
                <a:cubicBezTo>
                  <a:pt x="2001" y="450"/>
                  <a:pt x="1845" y="606"/>
                  <a:pt x="1651" y="606"/>
                </a:cubicBezTo>
                <a:lnTo>
                  <a:pt x="0" y="606"/>
                </a:lnTo>
                <a:lnTo>
                  <a:pt x="0" y="0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cs typeface="MiSans Normal" panose="00000500000000000000" charset="-122"/>
            </a:endParaRPr>
          </a:p>
        </p:txBody>
      </p:sp>
      <p:sp>
        <p:nvSpPr>
          <p:cNvPr id="10" name="标题"/>
          <p:cNvSpPr txBox="1">
            <a:spLocks noGrp="1"/>
          </p:cNvSpPr>
          <p:nvPr>
            <p:ph type="title" idx="1"/>
            <p:custDataLst>
              <p:tags r:id="rId7"/>
            </p:custDataLst>
          </p:nvPr>
        </p:nvSpPr>
        <p:spPr>
          <a:xfrm>
            <a:off x="608330" y="397510"/>
            <a:ext cx="10968990" cy="678815"/>
          </a:xfrm>
          <a:prstGeom prst="rect">
            <a:avLst/>
          </a:prstGeom>
          <a:noFill/>
        </p:spPr>
        <p:txBody>
          <a:bodyPr wrap="square" rtlCol="0" anchor="b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zh-CN" altLang="en-US" sz="3200" b="0" i="0" u="none" strike="noStrike" kern="1200" cap="none" spc="300" normalizeH="0" baseline="0" noProof="1" dirty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lt"/>
                <a:cs typeface="MiSans Normal" panose="00000500000000000000" charset="-122"/>
                <a:sym typeface="+mn-ea"/>
              </a:defRPr>
            </a:lvl1pPr>
          </a:lstStyle>
          <a:p>
            <a:pPr lvl="0" algn="l">
              <a:buClrTx/>
              <a:buSzTx/>
              <a:buFontTx/>
            </a:pPr>
            <a:r>
              <a:rPr>
                <a:sym typeface="+mn-ea"/>
              </a:rPr>
              <a:t>单击此处编辑母版标题样式</a:t>
            </a:r>
            <a:endParaRPr>
              <a:sym typeface="+mn-ea"/>
            </a:endParaRP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8"/>
            </p:custDataLst>
          </p:nvPr>
        </p:nvSpPr>
        <p:spPr>
          <a:xfrm>
            <a:off x="612000" y="6314400"/>
            <a:ext cx="2700000" cy="316800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9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zh-CN" altLang="en-US" dirty="0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10"/>
            </p:custDataLst>
          </p:nvPr>
        </p:nvSpPr>
        <p:spPr>
          <a:xfrm>
            <a:off x="8877600" y="6314400"/>
            <a:ext cx="2700000" cy="316800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 showMasterSp="0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任意多边形 6"/>
          <p:cNvSpPr/>
          <p:nvPr>
            <p:custDataLst>
              <p:tags r:id="rId2"/>
            </p:custDataLst>
          </p:nvPr>
        </p:nvSpPr>
        <p:spPr>
          <a:xfrm rot="5400000" flipV="1">
            <a:off x="-300990" y="301625"/>
            <a:ext cx="987425" cy="384810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001" h="606">
                <a:moveTo>
                  <a:pt x="0" y="0"/>
                </a:moveTo>
                <a:lnTo>
                  <a:pt x="2001" y="0"/>
                </a:lnTo>
                <a:lnTo>
                  <a:pt x="2001" y="256"/>
                </a:lnTo>
                <a:cubicBezTo>
                  <a:pt x="2001" y="450"/>
                  <a:pt x="1845" y="606"/>
                  <a:pt x="1651" y="606"/>
                </a:cubicBezTo>
                <a:lnTo>
                  <a:pt x="0" y="606"/>
                </a:lnTo>
                <a:lnTo>
                  <a:pt x="0" y="0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cs typeface="MiSans Normal" panose="00000500000000000000" charset="-122"/>
            </a:endParaRPr>
          </a:p>
        </p:txBody>
      </p:sp>
      <p:sp>
        <p:nvSpPr>
          <p:cNvPr id="6" name="标题"/>
          <p:cNvSpPr txBox="1">
            <a:spLocks noGrp="1"/>
          </p:cNvSpPr>
          <p:nvPr>
            <p:ph type="title" idx="1"/>
            <p:custDataLst>
              <p:tags r:id="rId3"/>
            </p:custDataLst>
          </p:nvPr>
        </p:nvSpPr>
        <p:spPr>
          <a:xfrm>
            <a:off x="608330" y="397510"/>
            <a:ext cx="10968990" cy="678815"/>
          </a:xfrm>
          <a:prstGeom prst="rect">
            <a:avLst/>
          </a:prstGeom>
          <a:noFill/>
        </p:spPr>
        <p:txBody>
          <a:bodyPr wrap="square" rtlCol="0" anchor="b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zh-CN" altLang="en-US" sz="3200" b="0" i="0" u="none" strike="noStrike" kern="1200" cap="none" spc="300" normalizeH="0" baseline="0" noProof="1" dirty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lt"/>
                <a:cs typeface="MiSans Normal" panose="00000500000000000000" charset="-122"/>
                <a:sym typeface="+mn-ea"/>
              </a:defRPr>
            </a:lvl1pPr>
          </a:lstStyle>
          <a:p>
            <a:pPr lvl="0" algn="l">
              <a:buClrTx/>
              <a:buSzTx/>
              <a:buFontTx/>
            </a:pPr>
            <a:r>
              <a:rPr>
                <a:sym typeface="+mn-ea"/>
              </a:rPr>
              <a:t>单击此处编辑母版标题样式</a:t>
            </a:r>
            <a:endParaRPr>
              <a:sym typeface="+mn-ea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>
          <a:xfrm>
            <a:off x="612000" y="6314400"/>
            <a:ext cx="2700000" cy="316800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>
          <a:xfrm>
            <a:off x="8877600" y="6314400"/>
            <a:ext cx="2700000" cy="316800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 showMasterSp="0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任意多边形 13"/>
          <p:cNvSpPr/>
          <p:nvPr>
            <p:custDataLst>
              <p:tags r:id="rId2"/>
            </p:custDataLst>
          </p:nvPr>
        </p:nvSpPr>
        <p:spPr>
          <a:xfrm rot="5400000" flipV="1">
            <a:off x="-300990" y="301625"/>
            <a:ext cx="987425" cy="384810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001" h="606">
                <a:moveTo>
                  <a:pt x="0" y="0"/>
                </a:moveTo>
                <a:lnTo>
                  <a:pt x="2001" y="0"/>
                </a:lnTo>
                <a:lnTo>
                  <a:pt x="2001" y="256"/>
                </a:lnTo>
                <a:cubicBezTo>
                  <a:pt x="2001" y="450"/>
                  <a:pt x="1845" y="606"/>
                  <a:pt x="1651" y="606"/>
                </a:cubicBezTo>
                <a:lnTo>
                  <a:pt x="0" y="606"/>
                </a:lnTo>
                <a:lnTo>
                  <a:pt x="0" y="0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cs typeface="MiSans Normal" panose="00000500000000000000" charset="-122"/>
            </a:endParaRPr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 showMasterSp="0">
  <p:cSld name="仅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正文"/>
          <p:cNvSpPr txBox="1">
            <a:spLocks noGrp="1"/>
          </p:cNvSpPr>
          <p:nvPr>
            <p:ph idx="2"/>
            <p:custDataLst>
              <p:tags r:id="rId2"/>
            </p:custDataLst>
          </p:nvPr>
        </p:nvSpPr>
        <p:spPr>
          <a:xfrm>
            <a:off x="608330" y="397510"/>
            <a:ext cx="10968990" cy="5859145"/>
          </a:xfrm>
          <a:prstGeom prst="rect">
            <a:avLst/>
          </a:prstGeom>
          <a:ln>
            <a:noFill/>
            <a:prstDash val="sysDash"/>
          </a:ln>
        </p:spPr>
        <p:txBody>
          <a:bodyPr vert="horz" lIns="90000" tIns="46800" rIns="90000" bIns="46800" rtlCol="0">
            <a:normAutofit/>
          </a:bodyPr>
          <a:lstStyle>
            <a:defPPr>
              <a:defRPr lang="zh-CN"/>
            </a:defPPr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1800"/>
              </a:spcBef>
              <a:spcAft>
                <a:spcPts val="0"/>
              </a:spcAft>
              <a:buClrTx/>
              <a:buSzTx/>
              <a:buFont typeface="Arial" panose="020B0604020202090204" pitchFamily="34" charset="0"/>
              <a:buChar char="●"/>
              <a:defRPr kumimoji="0" lang="zh-CN" altLang="en-US" sz="1800" b="0" i="0" u="none" strike="noStrike" kern="1200" cap="none" spc="150" normalizeH="0" baseline="0" noProof="1" dirty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+mn-ea"/>
                <a:ea typeface="+mn-ea"/>
                <a:cs typeface="MiSans Normal" panose="00000500000000000000" charset="-122"/>
                <a:sym typeface="+mn-ea"/>
              </a:defRPr>
            </a:lvl1pPr>
            <a:lvl2pPr marL="449580" marR="0" lvl="1" indent="-231775" fontAlgn="auto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90204" pitchFamily="34" charset="0"/>
              <a:buChar char="●"/>
              <a:tabLst>
                <a:tab pos="1609725" algn="l"/>
              </a:tabLst>
              <a:defRPr kumimoji="0" sz="1600" b="0" i="0" u="none" strike="noStrike" cap="none" spc="150" normalizeH="0" baseline="0">
                <a:ln>
                  <a:noFill/>
                  <a:prstDash val="sysDot"/>
                </a:ln>
                <a:solidFill>
                  <a:schemeClr val="tx1">
                    <a:lumMod val="50000"/>
                    <a:lumOff val="50000"/>
                  </a:schemeClr>
                </a:solidFill>
                <a:uFillTx/>
                <a:latin typeface="+mn-ea"/>
                <a:ea typeface="+mn-ea"/>
              </a:defRPr>
            </a:lvl2pPr>
            <a:lvl3pPr marL="719455" marR="0" lvl="2" indent="-276225" fontAlgn="auto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90204" pitchFamily="34" charset="0"/>
              <a:buChar char="●"/>
              <a:defRPr kumimoji="0" sz="1600" b="0" i="0" u="none" strike="noStrike" cap="none" spc="150" normalizeH="0" baseline="0">
                <a:ln>
                  <a:noFill/>
                  <a:prstDash val="sysDot"/>
                </a:ln>
                <a:solidFill>
                  <a:schemeClr val="tx1">
                    <a:lumMod val="50000"/>
                    <a:lumOff val="50000"/>
                  </a:schemeClr>
                </a:solidFill>
                <a:uFillTx/>
                <a:latin typeface="+mn-ea"/>
                <a:ea typeface="+mn-ea"/>
              </a:defRPr>
            </a:lvl3pPr>
            <a:lvl4pPr marL="987425" marR="0" lvl="3" indent="-262255" fontAlgn="auto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tabLst>
                <a:tab pos="899795" algn="l"/>
              </a:tabLst>
              <a:defRPr kumimoji="0" sz="1400" b="0" i="0" u="none" strike="noStrike" cap="none" spc="150" normalizeH="0" baseline="0">
                <a:ln>
                  <a:noFill/>
                  <a:prstDash val="sysDot"/>
                </a:ln>
                <a:solidFill>
                  <a:schemeClr val="tx1">
                    <a:lumMod val="50000"/>
                    <a:lumOff val="50000"/>
                  </a:schemeClr>
                </a:solidFill>
                <a:uFillTx/>
                <a:latin typeface="+mn-ea"/>
                <a:ea typeface="+mn-ea"/>
              </a:defRPr>
            </a:lvl4pPr>
            <a:lvl5pPr marL="1256030" marR="0" lvl="4" indent="-262255" fontAlgn="auto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90204" pitchFamily="34" charset="0"/>
              <a:buChar char="•"/>
              <a:defRPr kumimoji="0" sz="1400" b="0" i="0" u="none" strike="noStrike" cap="none" spc="150" normalizeH="0" baseline="0">
                <a:ln>
                  <a:noFill/>
                  <a:prstDash val="sysDot"/>
                </a:ln>
                <a:solidFill>
                  <a:schemeClr val="tx1">
                    <a:lumMod val="50000"/>
                    <a:lumOff val="50000"/>
                  </a:schemeClr>
                </a:solidFill>
                <a:uFillTx/>
                <a:latin typeface="+mn-ea"/>
                <a:ea typeface="+mn-ea"/>
              </a:defRPr>
            </a:lvl5pPr>
            <a:lvl6pPr indent="0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None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</a:lvl9pPr>
          </a:lstStyle>
          <a:p>
            <a:pPr lvl="0"/>
            <a:r>
              <a:rPr>
                <a:sym typeface="+mn-ea"/>
              </a:rPr>
              <a:t>单击此处编辑母版文本样式</a:t>
            </a:r>
            <a:endParaRPr>
              <a:sym typeface="+mn-ea"/>
            </a:endParaRPr>
          </a:p>
          <a:p>
            <a:pPr lvl="1"/>
            <a:r>
              <a:rPr>
                <a:sym typeface="+mn-ea"/>
              </a:rPr>
              <a:t>第二级</a:t>
            </a:r>
            <a:endParaRPr>
              <a:sym typeface="+mn-ea"/>
            </a:endParaRPr>
          </a:p>
          <a:p>
            <a:pPr lvl="2"/>
            <a:r>
              <a:rPr>
                <a:sym typeface="+mn-ea"/>
              </a:rPr>
              <a:t>第三级</a:t>
            </a:r>
            <a:endParaRPr>
              <a:sym typeface="+mn-ea"/>
            </a:endParaRPr>
          </a:p>
          <a:p>
            <a:pPr lvl="3"/>
            <a:r>
              <a:rPr>
                <a:sym typeface="+mn-ea"/>
              </a:rPr>
              <a:t>第四级</a:t>
            </a:r>
            <a:endParaRPr>
              <a:sym typeface="+mn-ea"/>
            </a:endParaRPr>
          </a:p>
          <a:p>
            <a:pPr lvl="4"/>
            <a:r>
              <a:rPr>
                <a:sym typeface="+mn-ea"/>
              </a:rPr>
              <a:t>第五级</a:t>
            </a:r>
            <a:endParaRPr>
              <a:sym typeface="+mn-ea"/>
            </a:endParaRPr>
          </a:p>
        </p:txBody>
      </p:sp>
      <p:sp>
        <p:nvSpPr>
          <p:cNvPr id="14" name="任意多边形 13"/>
          <p:cNvSpPr/>
          <p:nvPr>
            <p:custDataLst>
              <p:tags r:id="rId3"/>
            </p:custDataLst>
          </p:nvPr>
        </p:nvSpPr>
        <p:spPr>
          <a:xfrm rot="5400000" flipV="1">
            <a:off x="-300990" y="301625"/>
            <a:ext cx="987425" cy="384810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001" h="606">
                <a:moveTo>
                  <a:pt x="0" y="0"/>
                </a:moveTo>
                <a:lnTo>
                  <a:pt x="2001" y="0"/>
                </a:lnTo>
                <a:lnTo>
                  <a:pt x="2001" y="256"/>
                </a:lnTo>
                <a:cubicBezTo>
                  <a:pt x="2001" y="450"/>
                  <a:pt x="1845" y="606"/>
                  <a:pt x="1651" y="606"/>
                </a:cubicBezTo>
                <a:lnTo>
                  <a:pt x="0" y="606"/>
                </a:lnTo>
                <a:lnTo>
                  <a:pt x="0" y="0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cs typeface="MiSans Normal" panose="00000500000000000000" charset="-122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>
          <a:xfrm>
            <a:off x="612000" y="6314400"/>
            <a:ext cx="2700000" cy="316800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>
          <a:xfrm>
            <a:off x="8877600" y="6314400"/>
            <a:ext cx="2700000" cy="316800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 showMasterSp="0">
  <p:cSld name="标题和副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任意多边形 7"/>
          <p:cNvSpPr/>
          <p:nvPr>
            <p:custDataLst>
              <p:tags r:id="rId2"/>
            </p:custDataLst>
          </p:nvPr>
        </p:nvSpPr>
        <p:spPr>
          <a:xfrm rot="5400000" flipV="1">
            <a:off x="-300990" y="301625"/>
            <a:ext cx="987425" cy="384810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001" h="606">
                <a:moveTo>
                  <a:pt x="0" y="0"/>
                </a:moveTo>
                <a:lnTo>
                  <a:pt x="2001" y="0"/>
                </a:lnTo>
                <a:lnTo>
                  <a:pt x="2001" y="256"/>
                </a:lnTo>
                <a:cubicBezTo>
                  <a:pt x="2001" y="450"/>
                  <a:pt x="1845" y="606"/>
                  <a:pt x="1651" y="606"/>
                </a:cubicBezTo>
                <a:lnTo>
                  <a:pt x="0" y="606"/>
                </a:lnTo>
                <a:lnTo>
                  <a:pt x="0" y="0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cs typeface="MiSans Normal" panose="00000500000000000000" charset="-122"/>
            </a:endParaRPr>
          </a:p>
        </p:txBody>
      </p:sp>
      <p:sp>
        <p:nvSpPr>
          <p:cNvPr id="7" name="副标题"/>
          <p:cNvSpPr txBox="1">
            <a:spLocks noGrp="1"/>
          </p:cNvSpPr>
          <p:nvPr>
            <p:ph type="body" idx="2" hasCustomPrompt="1"/>
            <p:custDataLst>
              <p:tags r:id="rId3"/>
            </p:custDataLst>
          </p:nvPr>
        </p:nvSpPr>
        <p:spPr>
          <a:xfrm>
            <a:off x="608330" y="1075690"/>
            <a:ext cx="10968990" cy="471805"/>
          </a:xfrm>
          <a:prstGeom prst="rect">
            <a:avLst/>
          </a:prstGeom>
          <a:noFill/>
          <a:ln>
            <a:noFill/>
            <a:prstDash val="sysDash"/>
          </a:ln>
        </p:spPr>
        <p:txBody>
          <a:bodyPr wrap="square" rtlCol="0">
            <a:norm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zh-CN" altLang="en-US" sz="2000" b="0" i="0" u="none" strike="noStrike" kern="1200" cap="none" spc="30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  <a:cs typeface="MiSans Normal" panose="00000500000000000000" charset="-122"/>
              </a:defRPr>
            </a:lvl1pPr>
          </a:lstStyle>
          <a:p>
            <a:pPr lvl="0" algn="l"/>
            <a:r>
              <a:rPr>
                <a:sym typeface="+mn-ea"/>
              </a:rPr>
              <a:t>单击此处编辑母版副标题样式</a:t>
            </a:r>
            <a:endParaRPr>
              <a:sym typeface="+mn-ea"/>
            </a:endParaRPr>
          </a:p>
        </p:txBody>
      </p:sp>
      <p:sp>
        <p:nvSpPr>
          <p:cNvPr id="6" name="标题"/>
          <p:cNvSpPr txBox="1">
            <a:spLocks noGrp="1"/>
          </p:cNvSpPr>
          <p:nvPr>
            <p:ph type="title" idx="1"/>
            <p:custDataLst>
              <p:tags r:id="rId4"/>
            </p:custDataLst>
          </p:nvPr>
        </p:nvSpPr>
        <p:spPr>
          <a:xfrm>
            <a:off x="608330" y="397510"/>
            <a:ext cx="10968990" cy="678815"/>
          </a:xfrm>
          <a:prstGeom prst="rect">
            <a:avLst/>
          </a:prstGeom>
          <a:noFill/>
        </p:spPr>
        <p:txBody>
          <a:bodyPr wrap="square" rtlCol="0" anchor="b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zh-CN" altLang="en-US" sz="3200" b="0" i="0" u="none" strike="noStrike" kern="1200" cap="none" spc="300" normalizeH="0" baseline="0" noProof="1" dirty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lt"/>
                <a:cs typeface="MiSans Normal" panose="00000500000000000000" charset="-122"/>
                <a:sym typeface="+mn-ea"/>
              </a:defRPr>
            </a:lvl1pPr>
          </a:lstStyle>
          <a:p>
            <a:pPr lvl="0" algn="l">
              <a:buClrTx/>
              <a:buSzTx/>
              <a:buFontTx/>
            </a:pPr>
            <a:r>
              <a:rPr>
                <a:sym typeface="+mn-ea"/>
              </a:rPr>
              <a:t>单击此处编辑母版标题样式</a:t>
            </a:r>
            <a:endParaRPr>
              <a:sym typeface="+mn-ea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>
          <a:xfrm>
            <a:off x="612000" y="6314400"/>
            <a:ext cx="2700000" cy="316800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>
          <a:xfrm>
            <a:off x="8877600" y="6314400"/>
            <a:ext cx="2700000" cy="316800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 showMasterSp="0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任意多边形 22"/>
          <p:cNvSpPr/>
          <p:nvPr>
            <p:custDataLst>
              <p:tags r:id="rId2"/>
            </p:custDataLst>
          </p:nvPr>
        </p:nvSpPr>
        <p:spPr>
          <a:xfrm>
            <a:off x="-14605" y="-14605"/>
            <a:ext cx="6006465" cy="6897370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9459" h="10862">
                <a:moveTo>
                  <a:pt x="0" y="0"/>
                </a:moveTo>
                <a:lnTo>
                  <a:pt x="7595" y="0"/>
                </a:lnTo>
                <a:lnTo>
                  <a:pt x="7612" y="22"/>
                </a:lnTo>
                <a:cubicBezTo>
                  <a:pt x="8770" y="1514"/>
                  <a:pt x="9459" y="3388"/>
                  <a:pt x="9459" y="5423"/>
                </a:cubicBezTo>
                <a:cubicBezTo>
                  <a:pt x="9459" y="7458"/>
                  <a:pt x="8770" y="9332"/>
                  <a:pt x="7612" y="10824"/>
                </a:cubicBezTo>
                <a:lnTo>
                  <a:pt x="7582" y="10862"/>
                </a:lnTo>
                <a:lnTo>
                  <a:pt x="0" y="10862"/>
                </a:lnTo>
                <a:lnTo>
                  <a:pt x="0" y="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  <a:effectLst>
            <a:outerShdw blurRad="495300" dist="38100" dir="2700000" algn="tl" rotWithShape="0">
              <a:schemeClr val="accent1">
                <a:alpha val="1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endParaRPr lang="zh-CN" altLang="en-US">
              <a:cs typeface="MiSans Normal" panose="00000500000000000000" charset="-122"/>
            </a:endParaRPr>
          </a:p>
        </p:txBody>
      </p:sp>
      <p:sp>
        <p:nvSpPr>
          <p:cNvPr id="24" name="任意多边形 23"/>
          <p:cNvSpPr/>
          <p:nvPr>
            <p:custDataLst>
              <p:tags r:id="rId3"/>
            </p:custDataLst>
          </p:nvPr>
        </p:nvSpPr>
        <p:spPr>
          <a:xfrm rot="16200000">
            <a:off x="-1402080" y="1361440"/>
            <a:ext cx="6894830" cy="4119881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">
                <a:pos x="hc" y="t"/>
              </a:cxn>
              <a:cxn ang="3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">
                <a:pos x="ir" y="it"/>
              </a:cxn>
            </a:cxnLst>
            <a:rect l="l" t="t" r="r" b="b"/>
            <a:pathLst>
              <a:path w="10858" h="6488">
                <a:moveTo>
                  <a:pt x="0" y="0"/>
                </a:moveTo>
                <a:lnTo>
                  <a:pt x="10858" y="0"/>
                </a:lnTo>
                <a:lnTo>
                  <a:pt x="10858" y="2789"/>
                </a:lnTo>
                <a:lnTo>
                  <a:pt x="10834" y="2850"/>
                </a:lnTo>
                <a:cubicBezTo>
                  <a:pt x="9962" y="4984"/>
                  <a:pt x="7865" y="6488"/>
                  <a:pt x="5417" y="6488"/>
                </a:cubicBezTo>
                <a:cubicBezTo>
                  <a:pt x="2982" y="6488"/>
                  <a:pt x="895" y="5001"/>
                  <a:pt x="15" y="2885"/>
                </a:cubicBezTo>
                <a:lnTo>
                  <a:pt x="0" y="2849"/>
                </a:lnTo>
                <a:lnTo>
                  <a:pt x="0" y="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  <a:effectLst>
            <a:outerShdw blurRad="495300" dist="152400" dir="2700000" algn="tl" rotWithShape="0">
              <a:schemeClr val="accent1">
                <a:alpha val="15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endParaRPr lang="zh-CN" altLang="en-US">
              <a:solidFill>
                <a:schemeClr val="lt1"/>
              </a:solidFill>
              <a:cs typeface="MiSans Normal" panose="00000500000000000000" charset="-122"/>
            </a:endParaRPr>
          </a:p>
        </p:txBody>
      </p:sp>
      <p:sp>
        <p:nvSpPr>
          <p:cNvPr id="26" name="任意多边形 25"/>
          <p:cNvSpPr/>
          <p:nvPr>
            <p:custDataLst>
              <p:tags r:id="rId4"/>
            </p:custDataLst>
          </p:nvPr>
        </p:nvSpPr>
        <p:spPr>
          <a:xfrm rot="16200000">
            <a:off x="-1342039" y="2313346"/>
            <a:ext cx="4864351" cy="2231073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">
                <a:pos x="hc" y="t"/>
              </a:cxn>
              <a:cxn ang="3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">
                <a:pos x="ir" y="it"/>
              </a:cxn>
            </a:cxnLst>
            <a:rect l="l" t="t" r="r" b="b"/>
            <a:pathLst>
              <a:path w="7660" h="3514">
                <a:moveTo>
                  <a:pt x="0" y="0"/>
                </a:moveTo>
                <a:lnTo>
                  <a:pt x="7660" y="0"/>
                </a:lnTo>
                <a:lnTo>
                  <a:pt x="7659" y="14"/>
                </a:lnTo>
                <a:cubicBezTo>
                  <a:pt x="7485" y="1975"/>
                  <a:pt x="5837" y="3514"/>
                  <a:pt x="3830" y="3514"/>
                </a:cubicBezTo>
                <a:cubicBezTo>
                  <a:pt x="1822" y="3514"/>
                  <a:pt x="173" y="1974"/>
                  <a:pt x="1" y="10"/>
                </a:cubicBezTo>
                <a:lnTo>
                  <a:pt x="0" y="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  <a:effectLst>
            <a:outerShdw blurRad="495300" dist="38100" dir="2700000" algn="tl" rotWithShape="0">
              <a:schemeClr val="accent1">
                <a:alpha val="25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endParaRPr lang="zh-CN" altLang="en-US">
              <a:solidFill>
                <a:schemeClr val="lt1"/>
              </a:solidFill>
              <a:cs typeface="MiSans Normal" panose="00000500000000000000" charset="-122"/>
            </a:endParaRPr>
          </a:p>
        </p:txBody>
      </p:sp>
      <p:sp>
        <p:nvSpPr>
          <p:cNvPr id="30" name="圆角矩形 29"/>
          <p:cNvSpPr/>
          <p:nvPr>
            <p:custDataLst>
              <p:tags r:id="rId5"/>
            </p:custDataLst>
          </p:nvPr>
        </p:nvSpPr>
        <p:spPr>
          <a:xfrm rot="10800000">
            <a:off x="5155565" y="3089275"/>
            <a:ext cx="5383530" cy="111125"/>
          </a:xfrm>
          <a:prstGeom prst="round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 fontScale="25000" lnSpcReduction="20000"/>
          </a:bodyPr>
          <a:lstStyle/>
          <a:p>
            <a:pPr algn="ctr"/>
            <a:endParaRPr lang="zh-CN" altLang="en-US">
              <a:cs typeface="MiSans Normal" panose="00000500000000000000" charset="-122"/>
            </a:endParaRPr>
          </a:p>
        </p:txBody>
      </p:sp>
      <p:cxnSp>
        <p:nvCxnSpPr>
          <p:cNvPr id="32" name="直接连接符 31"/>
          <p:cNvCxnSpPr/>
          <p:nvPr>
            <p:custDataLst>
              <p:tags r:id="rId6"/>
            </p:custDataLst>
          </p:nvPr>
        </p:nvCxnSpPr>
        <p:spPr>
          <a:xfrm>
            <a:off x="11197590" y="2981325"/>
            <a:ext cx="215900" cy="0"/>
          </a:xfrm>
          <a:prstGeom prst="line">
            <a:avLst/>
          </a:prstGeom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直接连接符 32"/>
          <p:cNvCxnSpPr/>
          <p:nvPr>
            <p:custDataLst>
              <p:tags r:id="rId7"/>
            </p:custDataLst>
          </p:nvPr>
        </p:nvCxnSpPr>
        <p:spPr>
          <a:xfrm>
            <a:off x="11305540" y="1912620"/>
            <a:ext cx="0" cy="594995"/>
          </a:xfrm>
          <a:prstGeom prst="line">
            <a:avLst/>
          </a:prstGeom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直接连接符 33"/>
          <p:cNvCxnSpPr/>
          <p:nvPr>
            <p:custDataLst>
              <p:tags r:id="rId8"/>
            </p:custDataLst>
          </p:nvPr>
        </p:nvCxnSpPr>
        <p:spPr>
          <a:xfrm>
            <a:off x="11305540" y="3455035"/>
            <a:ext cx="0" cy="636905"/>
          </a:xfrm>
          <a:prstGeom prst="line">
            <a:avLst/>
          </a:prstGeom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椭圆 36"/>
          <p:cNvSpPr/>
          <p:nvPr>
            <p:custDataLst>
              <p:tags r:id="rId9"/>
            </p:custDataLst>
          </p:nvPr>
        </p:nvSpPr>
        <p:spPr>
          <a:xfrm>
            <a:off x="10016490" y="3576955"/>
            <a:ext cx="538480" cy="538480"/>
          </a:xfrm>
          <a:prstGeom prst="ellipse">
            <a:avLst/>
          </a:prstGeom>
          <a:solidFill>
            <a:schemeClr val="accent1"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/>
            <a:endParaRPr lang="zh-CN" altLang="en-US">
              <a:cs typeface="MiSans Normal" panose="00000500000000000000" charset="-122"/>
            </a:endParaRPr>
          </a:p>
        </p:txBody>
      </p:sp>
      <p:sp>
        <p:nvSpPr>
          <p:cNvPr id="38" name="椭圆 37"/>
          <p:cNvSpPr/>
          <p:nvPr>
            <p:custDataLst>
              <p:tags r:id="rId10"/>
            </p:custDataLst>
          </p:nvPr>
        </p:nvSpPr>
        <p:spPr>
          <a:xfrm>
            <a:off x="10123170" y="3683635"/>
            <a:ext cx="325120" cy="325120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 fontScale="60000" lnSpcReduction="20000"/>
          </a:bodyPr>
          <a:lstStyle/>
          <a:p>
            <a:pPr algn="ctr"/>
            <a:endParaRPr lang="zh-CN" altLang="en-US">
              <a:cs typeface="MiSans Normal" panose="00000500000000000000" charset="-122"/>
            </a:endParaRPr>
          </a:p>
        </p:txBody>
      </p:sp>
      <p:sp>
        <p:nvSpPr>
          <p:cNvPr id="39" name="向下箭头"/>
          <p:cNvSpPr/>
          <p:nvPr>
            <p:custDataLst>
              <p:tags r:id="rId11"/>
            </p:custDataLst>
          </p:nvPr>
        </p:nvSpPr>
        <p:spPr>
          <a:xfrm>
            <a:off x="10227310" y="3776345"/>
            <a:ext cx="118745" cy="139700"/>
          </a:xfrm>
          <a:custGeom>
            <a:avLst/>
            <a:gdLst>
              <a:gd name="connsiteX0" fmla="*/ 222512 w 477622"/>
              <a:gd name="connsiteY0" fmla="*/ 0 h 559381"/>
              <a:gd name="connsiteX1" fmla="*/ 258512 w 477622"/>
              <a:gd name="connsiteY1" fmla="*/ 0 h 559381"/>
              <a:gd name="connsiteX2" fmla="*/ 258512 w 477622"/>
              <a:gd name="connsiteY2" fmla="*/ 488296 h 559381"/>
              <a:gd name="connsiteX3" fmla="*/ 452168 w 477622"/>
              <a:gd name="connsiteY3" fmla="*/ 294641 h 559381"/>
              <a:gd name="connsiteX4" fmla="*/ 477622 w 477622"/>
              <a:gd name="connsiteY4" fmla="*/ 320096 h 559381"/>
              <a:gd name="connsiteX5" fmla="*/ 264266 w 477622"/>
              <a:gd name="connsiteY5" fmla="*/ 533452 h 559381"/>
              <a:gd name="connsiteX6" fmla="*/ 264740 w 477622"/>
              <a:gd name="connsiteY6" fmla="*/ 533926 h 559381"/>
              <a:gd name="connsiteX7" fmla="*/ 239284 w 477622"/>
              <a:gd name="connsiteY7" fmla="*/ 559381 h 559381"/>
              <a:gd name="connsiteX8" fmla="*/ 238812 w 477622"/>
              <a:gd name="connsiteY8" fmla="*/ 558908 h 559381"/>
              <a:gd name="connsiteX9" fmla="*/ 238338 w 477622"/>
              <a:gd name="connsiteY9" fmla="*/ 559381 h 559381"/>
              <a:gd name="connsiteX10" fmla="*/ 212882 w 477622"/>
              <a:gd name="connsiteY10" fmla="*/ 533926 h 559381"/>
              <a:gd name="connsiteX11" fmla="*/ 213356 w 477622"/>
              <a:gd name="connsiteY11" fmla="*/ 533452 h 559381"/>
              <a:gd name="connsiteX12" fmla="*/ 0 w 477622"/>
              <a:gd name="connsiteY12" fmla="*/ 320096 h 559381"/>
              <a:gd name="connsiteX13" fmla="*/ 25456 w 477622"/>
              <a:gd name="connsiteY13" fmla="*/ 294641 h 559381"/>
              <a:gd name="connsiteX14" fmla="*/ 222512 w 477622"/>
              <a:gd name="connsiteY14" fmla="*/ 491698 h 559381"/>
              <a:gd name="connsiteX15" fmla="*/ 222512 w 477622"/>
              <a:gd name="connsiteY15" fmla="*/ 0 h 5593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477622" h="559381">
                <a:moveTo>
                  <a:pt x="222512" y="0"/>
                </a:moveTo>
                <a:lnTo>
                  <a:pt x="258512" y="0"/>
                </a:lnTo>
                <a:lnTo>
                  <a:pt x="258512" y="488296"/>
                </a:lnTo>
                <a:lnTo>
                  <a:pt x="452168" y="294641"/>
                </a:lnTo>
                <a:lnTo>
                  <a:pt x="477622" y="320096"/>
                </a:lnTo>
                <a:lnTo>
                  <a:pt x="264266" y="533452"/>
                </a:lnTo>
                <a:lnTo>
                  <a:pt x="264740" y="533926"/>
                </a:lnTo>
                <a:lnTo>
                  <a:pt x="239284" y="559381"/>
                </a:lnTo>
                <a:lnTo>
                  <a:pt x="238812" y="558908"/>
                </a:lnTo>
                <a:lnTo>
                  <a:pt x="238338" y="559381"/>
                </a:lnTo>
                <a:lnTo>
                  <a:pt x="212882" y="533926"/>
                </a:lnTo>
                <a:lnTo>
                  <a:pt x="213356" y="533452"/>
                </a:lnTo>
                <a:lnTo>
                  <a:pt x="0" y="320096"/>
                </a:lnTo>
                <a:lnTo>
                  <a:pt x="25456" y="294641"/>
                </a:lnTo>
                <a:lnTo>
                  <a:pt x="222512" y="491698"/>
                </a:lnTo>
                <a:lnTo>
                  <a:pt x="222512" y="0"/>
                </a:lnTo>
                <a:close/>
              </a:path>
            </a:pathLst>
          </a:custGeom>
          <a:solidFill>
            <a:schemeClr val="bg1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rmAutofit fontScale="25000" lnSpcReduction="20000"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cs typeface="MiSans Normal" panose="00000500000000000000" charset="-122"/>
            </a:endParaRPr>
          </a:p>
        </p:txBody>
      </p:sp>
      <p:sp>
        <p:nvSpPr>
          <p:cNvPr id="44" name="任意多边形 43"/>
          <p:cNvSpPr/>
          <p:nvPr>
            <p:custDataLst>
              <p:tags r:id="rId12"/>
            </p:custDataLst>
          </p:nvPr>
        </p:nvSpPr>
        <p:spPr>
          <a:xfrm>
            <a:off x="8945880" y="5997575"/>
            <a:ext cx="3246120" cy="86042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5112" h="1355">
                <a:moveTo>
                  <a:pt x="301" y="0"/>
                </a:moveTo>
                <a:lnTo>
                  <a:pt x="5112" y="0"/>
                </a:lnTo>
                <a:lnTo>
                  <a:pt x="5112" y="1355"/>
                </a:lnTo>
                <a:lnTo>
                  <a:pt x="0" y="1355"/>
                </a:lnTo>
                <a:lnTo>
                  <a:pt x="0" y="301"/>
                </a:lnTo>
                <a:cubicBezTo>
                  <a:pt x="0" y="135"/>
                  <a:pt x="135" y="0"/>
                  <a:pt x="301" y="0"/>
                </a:cubicBez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cs typeface="MiSans Normal" panose="00000500000000000000" charset="-122"/>
            </a:endParaRPr>
          </a:p>
        </p:txBody>
      </p:sp>
      <p:sp>
        <p:nvSpPr>
          <p:cNvPr id="8" name="署名"/>
          <p:cNvSpPr txBox="1">
            <a:spLocks noGrp="1"/>
          </p:cNvSpPr>
          <p:nvPr>
            <p:ph type="body" idx="2" hasCustomPrompt="1"/>
            <p:custDataLst>
              <p:tags r:id="rId13"/>
            </p:custDataLst>
          </p:nvPr>
        </p:nvSpPr>
        <p:spPr>
          <a:xfrm>
            <a:off x="7466330" y="3648075"/>
            <a:ext cx="2365375" cy="66738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normAutofit/>
          </a:bodyPr>
          <a:lstStyle>
            <a:lvl1pPr marL="0" marR="0" lvl="0" algn="r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zh-CN" altLang="en-US" sz="2000" b="0" i="0" u="none" strike="noStrike" kern="1200" cap="none" spc="0" normalizeH="0" baseline="0" noProof="1">
                <a:solidFill>
                  <a:schemeClr val="tx1">
                    <a:lumMod val="85000"/>
                    <a:lumOff val="15000"/>
                  </a:schemeClr>
                </a:solidFill>
                <a:latin typeface="MiSans Heavy" panose="00000A00000000000000" charset="-122"/>
                <a:ea typeface="MiSans Heavy" panose="00000A00000000000000" charset="-122"/>
                <a:cs typeface="MiSans Normal" panose="00000500000000000000" charset="-122"/>
                <a:sym typeface="+mn-ea"/>
              </a:defRPr>
            </a:lvl1pPr>
          </a:lstStyle>
          <a:p>
            <a:pPr lvl="0" algn="r">
              <a:buClrTx/>
              <a:buSzTx/>
              <a:buFontTx/>
            </a:pPr>
            <a:r>
              <a:rPr>
                <a:sym typeface="+mn-ea"/>
              </a:rPr>
              <a:t>单击此处编辑文本</a:t>
            </a:r>
            <a:endParaRPr>
              <a:sym typeface="+mn-ea"/>
            </a:endParaRPr>
          </a:p>
        </p:txBody>
      </p:sp>
      <p:sp>
        <p:nvSpPr>
          <p:cNvPr id="7" name="标题"/>
          <p:cNvSpPr txBox="1">
            <a:spLocks noGrp="1"/>
          </p:cNvSpPr>
          <p:nvPr>
            <p:ph type="title" idx="1" hasCustomPrompt="1"/>
            <p:custDataLst>
              <p:tags r:id="rId14"/>
            </p:custDataLst>
          </p:nvPr>
        </p:nvSpPr>
        <p:spPr>
          <a:xfrm>
            <a:off x="2418715" y="1275715"/>
            <a:ext cx="8250555" cy="1705610"/>
          </a:xfrm>
          <a:prstGeom prst="rect">
            <a:avLst/>
          </a:prstGeom>
          <a:noFill/>
        </p:spPr>
        <p:txBody>
          <a:bodyPr wrap="square" lIns="91440" tIns="45720" rIns="91440" bIns="45720" rtlCol="0" anchor="b" anchorCtr="0">
            <a:normAutofit/>
          </a:bodyPr>
          <a:lstStyle>
            <a:lvl1pPr marL="0" marR="0" lvl="0" algn="r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en-US" altLang="zh-CN" sz="7200" b="0" i="0" u="none" strike="noStrike" kern="1200" cap="none" spc="0" normalizeH="0" baseline="0" noProof="1">
                <a:solidFill>
                  <a:schemeClr val="tx1">
                    <a:lumMod val="85000"/>
                    <a:lumOff val="15000"/>
                  </a:schemeClr>
                </a:solidFill>
                <a:latin typeface="+mj-ea"/>
                <a:ea typeface="+mj-ea"/>
                <a:cs typeface="MiSans Heavy" panose="00000A00000000000000" charset="-122"/>
                <a:sym typeface="+mn-ea"/>
              </a:defRPr>
            </a:lvl1pPr>
          </a:lstStyle>
          <a:p>
            <a:pPr lvl="0" algn="r">
              <a:buClrTx/>
              <a:buSzTx/>
              <a:buFontTx/>
            </a:pPr>
            <a:r>
              <a:rPr>
                <a:sym typeface="+mn-ea"/>
              </a:rPr>
              <a:t>单击此处编辑标题</a:t>
            </a:r>
            <a:endParaRPr>
              <a:sym typeface="+mn-ea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15"/>
            </p:custDataLst>
          </p:nvPr>
        </p:nvSpPr>
        <p:spPr>
          <a:xfrm>
            <a:off x="612000" y="6314400"/>
            <a:ext cx="2700000" cy="316800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16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17"/>
            </p:custDataLst>
          </p:nvPr>
        </p:nvSpPr>
        <p:spPr>
          <a:xfrm>
            <a:off x="8877600" y="6314400"/>
            <a:ext cx="2700000" cy="316800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0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9" Type="http://schemas.openxmlformats.org/officeDocument/2006/relationships/tags" Target="../tags/tag100.xml"/><Relationship Id="rId18" Type="http://schemas.openxmlformats.org/officeDocument/2006/relationships/tags" Target="../tags/tag99.xml"/><Relationship Id="rId17" Type="http://schemas.openxmlformats.org/officeDocument/2006/relationships/tags" Target="../tags/tag98.xml"/><Relationship Id="rId16" Type="http://schemas.openxmlformats.org/officeDocument/2006/relationships/tags" Target="../tags/tag97.xml"/><Relationship Id="rId15" Type="http://schemas.openxmlformats.org/officeDocument/2006/relationships/tags" Target="../tags/tag96.xml"/><Relationship Id="rId14" Type="http://schemas.openxmlformats.org/officeDocument/2006/relationships/tags" Target="../tags/tag95.xml"/><Relationship Id="rId13" Type="http://schemas.openxmlformats.org/officeDocument/2006/relationships/tags" Target="../tags/tag94.xml"/><Relationship Id="rId12" Type="http://schemas.openxmlformats.org/officeDocument/2006/relationships/tags" Target="../tags/tag93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任意多边形 6"/>
          <p:cNvSpPr/>
          <p:nvPr>
            <p:custDataLst>
              <p:tags r:id="rId12"/>
            </p:custDataLst>
          </p:nvPr>
        </p:nvSpPr>
        <p:spPr>
          <a:xfrm rot="5400000" flipV="1">
            <a:off x="-300990" y="301625"/>
            <a:ext cx="987425" cy="384810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001" h="606">
                <a:moveTo>
                  <a:pt x="0" y="0"/>
                </a:moveTo>
                <a:lnTo>
                  <a:pt x="2001" y="0"/>
                </a:lnTo>
                <a:lnTo>
                  <a:pt x="2001" y="256"/>
                </a:lnTo>
                <a:cubicBezTo>
                  <a:pt x="2001" y="450"/>
                  <a:pt x="1845" y="606"/>
                  <a:pt x="1651" y="606"/>
                </a:cubicBezTo>
                <a:lnTo>
                  <a:pt x="0" y="606"/>
                </a:lnTo>
                <a:lnTo>
                  <a:pt x="0" y="0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cs typeface="MiSans Normal" panose="00000500000000000000" charset="-122"/>
            </a:endParaRPr>
          </a:p>
        </p:txBody>
      </p:sp>
      <p:sp>
        <p:nvSpPr>
          <p:cNvPr id="9" name="日期占位符 8"/>
          <p:cNvSpPr>
            <a:spLocks noGrp="1"/>
          </p:cNvSpPr>
          <p:nvPr>
            <p:ph type="dt" sz="half" idx="10"/>
            <p:custDataLst>
              <p:tags r:id="rId13"/>
            </p:custDataLst>
          </p:nvPr>
        </p:nvSpPr>
        <p:spPr>
          <a:xfrm>
            <a:off x="612000" y="6314400"/>
            <a:ext cx="2700000" cy="316800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0" name="页脚占位符 9"/>
          <p:cNvSpPr>
            <a:spLocks noGrp="1"/>
          </p:cNvSpPr>
          <p:nvPr>
            <p:ph type="ftr" sz="quarter" idx="11"/>
            <p:custDataLst>
              <p:tags r:id="rId14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zh-CN" altLang="en-US" dirty="0"/>
          </a:p>
        </p:txBody>
      </p:sp>
      <p:sp>
        <p:nvSpPr>
          <p:cNvPr id="11" name="灯片编号占位符 10"/>
          <p:cNvSpPr>
            <a:spLocks noGrp="1"/>
          </p:cNvSpPr>
          <p:nvPr>
            <p:ph type="sldNum" sz="quarter" idx="12"/>
            <p:custDataLst>
              <p:tags r:id="rId15"/>
            </p:custDataLst>
          </p:nvPr>
        </p:nvSpPr>
        <p:spPr>
          <a:xfrm>
            <a:off x="8877600" y="6314400"/>
            <a:ext cx="2700000" cy="316800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2" name="标题占位符 1"/>
          <p:cNvSpPr>
            <a:spLocks noGrp="1"/>
          </p:cNvSpPr>
          <p:nvPr>
            <p:ph type="title"/>
            <p:custDataLst>
              <p:tags r:id="rId16"/>
            </p:custDataLst>
          </p:nvPr>
        </p:nvSpPr>
        <p:spPr>
          <a:xfrm>
            <a:off x="838200" y="365126"/>
            <a:ext cx="10515600" cy="622618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b" anchorCtr="0">
            <a:normAutofit/>
          </a:bodyPr>
          <a:lstStyle/>
          <a:p>
            <a:pPr marL="0" marR="0" lvl="0">
              <a:buClrTx/>
              <a:buSzTx/>
              <a:buFontTx/>
            </a:pPr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7"/>
            </p:custDataLst>
          </p:nvPr>
        </p:nvSpPr>
        <p:spPr>
          <a:xfrm>
            <a:off x="838200" y="1237129"/>
            <a:ext cx="10515600" cy="493983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KSO_TEMPLATE" hidden="1"/>
          <p:cNvSpPr/>
          <p:nvPr userDrawn="1">
            <p:custDataLst>
              <p:tags r:id="rId18"/>
            </p:custDataLst>
          </p:nvPr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  <p:custDataLst>
      <p:tags r:id="rId19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kumimoji="0" lang="zh-CN" altLang="en-US" sz="3200" b="0" i="0" u="none" strike="noStrike" kern="1200" cap="none" spc="300" normalizeH="0" baseline="0" smtClean="0">
          <a:ln>
            <a:noFill/>
            <a:prstDash val="sysDot"/>
          </a:ln>
          <a:solidFill>
            <a:schemeClr val="tx1">
              <a:lumMod val="85000"/>
              <a:lumOff val="15000"/>
            </a:schemeClr>
          </a:solidFill>
          <a:uFillTx/>
          <a:latin typeface="+mj-lt"/>
          <a:ea typeface="+mj-lt"/>
          <a:cs typeface="MiSans Normal" panose="00000500000000000000" charset="-122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9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ea"/>
          <a:ea typeface="+mn-ea"/>
          <a:cs typeface="MiSans Normal" panose="00000500000000000000" charset="-122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9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ea"/>
          <a:ea typeface="+mn-ea"/>
          <a:cs typeface="MiSans Normal" panose="00000500000000000000" charset="-122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9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ea"/>
          <a:ea typeface="+mn-ea"/>
          <a:cs typeface="MiSans Normal" panose="00000500000000000000" charset="-122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ea"/>
          <a:ea typeface="+mn-ea"/>
          <a:cs typeface="MiSans Normal" panose="00000500000000000000" charset="-122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9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ea"/>
          <a:ea typeface="+mn-ea"/>
          <a:cs typeface="MiSans Normal" panose="00000500000000000000" charset="-122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0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02.xml"/></Relationships>
</file>

<file path=ppt/slides/_rels/slide3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3.xml"/><Relationship Id="rId3" Type="http://schemas.openxmlformats.org/officeDocument/2006/relationships/slideLayout" Target="../slideLayouts/slideLayout2.xml"/><Relationship Id="rId2" Type="http://schemas.openxmlformats.org/officeDocument/2006/relationships/tags" Target="../tags/tag103.xml"/><Relationship Id="rId1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4.xml"/><Relationship Id="rId3" Type="http://schemas.openxmlformats.org/officeDocument/2006/relationships/slideLayout" Target="../slideLayouts/slideLayout2.xml"/><Relationship Id="rId2" Type="http://schemas.openxmlformats.org/officeDocument/2006/relationships/tags" Target="../tags/tag104.xml"/><Relationship Id="rId1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5.xml"/><Relationship Id="rId3" Type="http://schemas.openxmlformats.org/officeDocument/2006/relationships/slideLayout" Target="../slideLayouts/slideLayout2.xml"/><Relationship Id="rId2" Type="http://schemas.openxmlformats.org/officeDocument/2006/relationships/tags" Target="../tags/tag105.xml"/><Relationship Id="rId1" Type="http://schemas.openxmlformats.org/officeDocument/2006/relationships/image" Target="../media/image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0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07.xml"/></Relationships>
</file>

<file path=ppt/slides/_rels/slide8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8.xml"/><Relationship Id="rId3" Type="http://schemas.openxmlformats.org/officeDocument/2006/relationships/slideLayout" Target="../slideLayouts/slideLayout2.xml"/><Relationship Id="rId2" Type="http://schemas.openxmlformats.org/officeDocument/2006/relationships/tags" Target="../tags/tag108.xml"/><Relationship Id="rId1" Type="http://schemas.openxmlformats.org/officeDocument/2006/relationships/image" Target="../media/image2.png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9.xml"/><Relationship Id="rId3" Type="http://schemas.openxmlformats.org/officeDocument/2006/relationships/slideLayout" Target="../slideLayouts/slideLayout2.xml"/><Relationship Id="rId2" Type="http://schemas.openxmlformats.org/officeDocument/2006/relationships/tags" Target="../tags/tag109.xml"/><Relationship Id="rId1" Type="http://schemas.openxmlformats.org/officeDocument/2006/relationships/image" Target="../media/image3.png"/></Relationships>
</file>

<file path=ppt/slides/_rels/slide10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0.xml"/><Relationship Id="rId3" Type="http://schemas.openxmlformats.org/officeDocument/2006/relationships/slideLayout" Target="../slideLayouts/slideLayout2.xml"/><Relationship Id="rId2" Type="http://schemas.openxmlformats.org/officeDocument/2006/relationships/tags" Target="../tags/tag110.xml"/><Relationship Id="rId1" Type="http://schemas.openxmlformats.org/officeDocument/2006/relationships/image" Target="../media/image4.png"/></Relationships>
</file>

<file path=ppt/slides/_rels/slide1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1.xml"/><Relationship Id="rId3" Type="http://schemas.openxmlformats.org/officeDocument/2006/relationships/slideLayout" Target="../slideLayouts/slideLayout2.xml"/><Relationship Id="rId2" Type="http://schemas.openxmlformats.org/officeDocument/2006/relationships/tags" Target="../tags/tag111.xml"/><Relationship Id="rId1" Type="http://schemas.openxmlformats.org/officeDocument/2006/relationships/image" Target="../media/image5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2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1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3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1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4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14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5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15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6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16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7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1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8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18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9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19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0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20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1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2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2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2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3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23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4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24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5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25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6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26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7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2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1"/>
          <p:cNvSpPr txBox="1"/>
          <p:nvPr/>
        </p:nvSpPr>
        <p:spPr>
          <a:xfrm>
            <a:off x="4834255" y="3136900"/>
            <a:ext cx="2522855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3200"/>
              <a:t>Vibe </a:t>
            </a:r>
            <a:r>
              <a:rPr lang="en-US" altLang="zh-CN" sz="3200"/>
              <a:t>Coding</a:t>
            </a:r>
            <a:endParaRPr lang="en-US" altLang="zh-CN" sz="3200"/>
          </a:p>
        </p:txBody>
      </p:sp>
    </p:spTree>
    <p:custDataLst>
      <p:tags r:id="rId1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1"/>
          <p:cNvSpPr txBox="1"/>
          <p:nvPr/>
        </p:nvSpPr>
        <p:spPr>
          <a:xfrm>
            <a:off x="5381625" y="3198495"/>
            <a:ext cx="142938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400"/>
              <a:t>氛围编程</a:t>
            </a:r>
            <a:endParaRPr lang="zh-CN" altLang="en-US" sz="2400"/>
          </a:p>
        </p:txBody>
      </p:sp>
    </p:spTree>
    <p:custDataLst>
      <p:tags r:id="rId1"/>
    </p:custData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449320" y="1833880"/>
            <a:ext cx="5066030" cy="303022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3440430" y="3034030"/>
            <a:ext cx="5151120" cy="1876425"/>
          </a:xfrm>
          <a:prstGeom prst="rect">
            <a:avLst/>
          </a:prstGeom>
          <a:solidFill>
            <a:srgbClr val="FFFFFF"/>
          </a:solidFill>
          <a:ln>
            <a:solidFill>
              <a:schemeClr val="bg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4" name="Rectangle 3"/>
          <p:cNvSpPr/>
          <p:nvPr/>
        </p:nvSpPr>
        <p:spPr>
          <a:xfrm>
            <a:off x="5440045" y="2675255"/>
            <a:ext cx="5151120" cy="1876425"/>
          </a:xfrm>
          <a:prstGeom prst="rect">
            <a:avLst/>
          </a:prstGeom>
          <a:solidFill>
            <a:srgbClr val="FFFFFF"/>
          </a:solidFill>
          <a:ln>
            <a:solidFill>
              <a:schemeClr val="bg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</p:spTree>
    <p:custDataLst>
      <p:tags r:id="rId2"/>
    </p:custData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449320" y="1833880"/>
            <a:ext cx="5066030" cy="303022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3440430" y="3766820"/>
            <a:ext cx="5151120" cy="1143635"/>
          </a:xfrm>
          <a:prstGeom prst="rect">
            <a:avLst/>
          </a:prstGeom>
          <a:solidFill>
            <a:srgbClr val="FFFFFF"/>
          </a:solidFill>
          <a:ln>
            <a:solidFill>
              <a:schemeClr val="bg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5" name="Rectangle 4"/>
          <p:cNvSpPr/>
          <p:nvPr/>
        </p:nvSpPr>
        <p:spPr>
          <a:xfrm>
            <a:off x="5043805" y="3329305"/>
            <a:ext cx="5151120" cy="1143635"/>
          </a:xfrm>
          <a:prstGeom prst="rect">
            <a:avLst/>
          </a:prstGeom>
          <a:solidFill>
            <a:srgbClr val="FFFFFF"/>
          </a:solidFill>
          <a:ln>
            <a:solidFill>
              <a:schemeClr val="bg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</p:spTree>
    <p:custDataLst>
      <p:tags r:id="rId2"/>
    </p:custData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449320" y="1833880"/>
            <a:ext cx="5066030" cy="3030220"/>
          </a:xfrm>
          <a:prstGeom prst="rect">
            <a:avLst/>
          </a:prstGeom>
        </p:spPr>
      </p:pic>
    </p:spTree>
    <p:custDataLst>
      <p:tags r:id="rId2"/>
    </p:custData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1"/>
          <p:cNvSpPr txBox="1"/>
          <p:nvPr/>
        </p:nvSpPr>
        <p:spPr>
          <a:xfrm>
            <a:off x="5092065" y="3168015"/>
            <a:ext cx="200787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800"/>
              <a:t>必然的趋势</a:t>
            </a:r>
            <a:endParaRPr lang="zh-CN" altLang="en-US" sz="2800"/>
          </a:p>
        </p:txBody>
      </p:sp>
    </p:spTree>
    <p:custDataLst>
      <p:tags r:id="rId1"/>
    </p:custData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1"/>
          <p:cNvSpPr txBox="1"/>
          <p:nvPr/>
        </p:nvSpPr>
        <p:spPr>
          <a:xfrm>
            <a:off x="5092065" y="3168015"/>
            <a:ext cx="200787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800"/>
              <a:t>必然的趋势</a:t>
            </a:r>
            <a:endParaRPr lang="zh-CN" altLang="en-US" sz="2800"/>
          </a:p>
        </p:txBody>
      </p:sp>
      <p:sp>
        <p:nvSpPr>
          <p:cNvPr id="3" name="Text Box 2"/>
          <p:cNvSpPr txBox="1"/>
          <p:nvPr/>
        </p:nvSpPr>
        <p:spPr>
          <a:xfrm>
            <a:off x="5092065" y="4102100"/>
            <a:ext cx="4064000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600">
                <a:solidFill>
                  <a:srgbClr val="FF0000"/>
                </a:solidFill>
              </a:rPr>
              <a:t>人与机器之间的鸿沟</a:t>
            </a:r>
            <a:endParaRPr lang="zh-CN" altLang="en-US" sz="1600">
              <a:solidFill>
                <a:srgbClr val="FF0000"/>
              </a:solidFill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53615" y="573405"/>
            <a:ext cx="7546975" cy="5711190"/>
          </a:xfrm>
          <a:prstGeom prst="rect">
            <a:avLst/>
          </a:prstGeom>
        </p:spPr>
      </p:pic>
    </p:spTree>
    <p:custDataLst>
      <p:tags r:id="rId2"/>
    </p:custData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740150" y="2021205"/>
            <a:ext cx="4712335" cy="2815590"/>
          </a:xfrm>
          <a:prstGeom prst="rect">
            <a:avLst/>
          </a:prstGeom>
        </p:spPr>
      </p:pic>
    </p:spTree>
    <p:custDataLst>
      <p:tags r:id="rId2"/>
    </p:custData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935095" y="1253490"/>
            <a:ext cx="3982085" cy="5113655"/>
          </a:xfrm>
          <a:prstGeom prst="rect">
            <a:avLst/>
          </a:prstGeom>
        </p:spPr>
      </p:pic>
      <p:sp>
        <p:nvSpPr>
          <p:cNvPr id="3" name="Text Box 2"/>
          <p:cNvSpPr txBox="1"/>
          <p:nvPr/>
        </p:nvSpPr>
        <p:spPr>
          <a:xfrm>
            <a:off x="3935095" y="697865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en-US"/>
              <a:t>x86 </a:t>
            </a:r>
            <a:r>
              <a:rPr lang="zh-CN" altLang="en-US"/>
              <a:t>汇编（</a:t>
            </a:r>
            <a:r>
              <a:rPr lang="en-US" altLang="en-US"/>
              <a:t>NASM </a:t>
            </a:r>
            <a:r>
              <a:rPr lang="zh-CN" altLang="en-US"/>
              <a:t>风格）</a:t>
            </a:r>
            <a:endParaRPr lang="zh-CN" altLang="en-US"/>
          </a:p>
        </p:txBody>
      </p:sp>
    </p:spTree>
    <p:custDataLst>
      <p:tags r:id="rId2"/>
    </p:custData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6445" y="2065655"/>
            <a:ext cx="3039110" cy="2727325"/>
          </a:xfrm>
          <a:prstGeom prst="rect">
            <a:avLst/>
          </a:prstGeom>
        </p:spPr>
      </p:pic>
    </p:spTree>
    <p:custDataLst>
      <p:tags r:id="rId2"/>
    </p:custData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1"/>
          <p:cNvSpPr txBox="1"/>
          <p:nvPr/>
        </p:nvSpPr>
        <p:spPr>
          <a:xfrm>
            <a:off x="3449955" y="3244850"/>
            <a:ext cx="529145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思考</a:t>
            </a:r>
            <a:r>
              <a:rPr lang="en-US" altLang="zh-CN"/>
              <a:t>：</a:t>
            </a:r>
            <a:r>
              <a:rPr lang="zh-CN" altLang="en-US"/>
              <a:t>每一次变化</a:t>
            </a:r>
            <a:r>
              <a:rPr lang="en-US" altLang="zh-CN"/>
              <a:t>，</a:t>
            </a:r>
            <a:r>
              <a:rPr lang="zh-CN" altLang="en-US"/>
              <a:t>对人类更友好还是更不友好</a:t>
            </a:r>
            <a:r>
              <a:rPr lang="en-US" altLang="zh-CN"/>
              <a:t>？</a:t>
            </a:r>
            <a:endParaRPr lang="en-US" altLang="zh-CN"/>
          </a:p>
        </p:txBody>
      </p:sp>
    </p:spTree>
    <p:custDataLst>
      <p:tags r:id="rId1"/>
    </p:custData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1"/>
          <p:cNvSpPr txBox="1"/>
          <p:nvPr/>
        </p:nvSpPr>
        <p:spPr>
          <a:xfrm>
            <a:off x="3016250" y="3244850"/>
            <a:ext cx="616013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思考</a:t>
            </a:r>
            <a:r>
              <a:rPr lang="en-US" altLang="zh-CN"/>
              <a:t>：</a:t>
            </a:r>
            <a:r>
              <a:rPr lang="zh-CN" altLang="en-US"/>
              <a:t>每一次编程方式的进化</a:t>
            </a:r>
            <a:r>
              <a:rPr lang="en-US" altLang="zh-CN"/>
              <a:t>，</a:t>
            </a:r>
            <a:r>
              <a:rPr lang="zh-CN" altLang="en-US"/>
              <a:t>是升高门槛还是降低门槛</a:t>
            </a:r>
            <a:r>
              <a:rPr lang="en-US" altLang="zh-CN"/>
              <a:t>？</a:t>
            </a:r>
            <a:endParaRPr lang="en-US" altLang="zh-CN"/>
          </a:p>
        </p:txBody>
      </p:sp>
    </p:spTree>
    <p:custDataLst>
      <p:tags r:id="rId1"/>
    </p:custData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1"/>
          <p:cNvSpPr txBox="1"/>
          <p:nvPr/>
        </p:nvSpPr>
        <p:spPr>
          <a:xfrm>
            <a:off x="4483100" y="3244850"/>
            <a:ext cx="32258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传统程序员何去何从</a:t>
            </a:r>
            <a:r>
              <a:rPr lang="en-US" altLang="zh-CN"/>
              <a:t>？</a:t>
            </a:r>
            <a:r>
              <a:rPr lang="zh-CN" altLang="en-US"/>
              <a:t>失业</a:t>
            </a:r>
            <a:r>
              <a:rPr lang="en-US" altLang="zh-CN"/>
              <a:t>？</a:t>
            </a:r>
            <a:endParaRPr lang="en-US" altLang="zh-CN"/>
          </a:p>
        </p:txBody>
      </p:sp>
    </p:spTree>
    <p:custDataLst>
      <p:tags r:id="rId1"/>
    </p:custData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1"/>
          <p:cNvSpPr txBox="1"/>
          <p:nvPr/>
        </p:nvSpPr>
        <p:spPr>
          <a:xfrm>
            <a:off x="4942205" y="3229610"/>
            <a:ext cx="230695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000"/>
              <a:t>拥抱</a:t>
            </a:r>
            <a:r>
              <a:rPr lang="en-US" altLang="zh-CN" sz="2000"/>
              <a:t> Vibe Coding</a:t>
            </a:r>
            <a:endParaRPr lang="en-US" altLang="zh-CN" sz="2000"/>
          </a:p>
        </p:txBody>
      </p:sp>
    </p:spTree>
    <p:custDataLst>
      <p:tags r:id="rId1"/>
    </p:custData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1"/>
          <p:cNvSpPr txBox="1"/>
          <p:nvPr/>
        </p:nvSpPr>
        <p:spPr>
          <a:xfrm>
            <a:off x="5062220" y="3273425"/>
            <a:ext cx="206756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传统程序员的</a:t>
            </a:r>
            <a:r>
              <a:rPr lang="zh-CN" altLang="en-US"/>
              <a:t>优势</a:t>
            </a:r>
            <a:endParaRPr lang="zh-CN" altLang="en-US"/>
          </a:p>
        </p:txBody>
      </p:sp>
    </p:spTree>
    <p:custDataLst>
      <p:tags r:id="rId1"/>
    </p:custData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1"/>
          <p:cNvSpPr txBox="1"/>
          <p:nvPr/>
        </p:nvSpPr>
        <p:spPr>
          <a:xfrm>
            <a:off x="3914140" y="3244850"/>
            <a:ext cx="436372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思考</a:t>
            </a:r>
            <a:r>
              <a:rPr lang="en-US" altLang="zh-CN"/>
              <a:t>：</a:t>
            </a:r>
            <a:r>
              <a:rPr lang="zh-CN" altLang="en-US"/>
              <a:t>汇编语言程序员</a:t>
            </a:r>
            <a:r>
              <a:rPr lang="en-US" altLang="zh-CN"/>
              <a:t>vs</a:t>
            </a:r>
            <a:r>
              <a:rPr lang="zh-CN" altLang="en-US"/>
              <a:t>高级语言</a:t>
            </a:r>
            <a:r>
              <a:rPr lang="zh-CN" altLang="en-US"/>
              <a:t>程序员</a:t>
            </a:r>
            <a:endParaRPr lang="zh-CN" altLang="en-US"/>
          </a:p>
        </p:txBody>
      </p:sp>
    </p:spTree>
    <p:custDataLst>
      <p:tags r:id="rId1"/>
    </p:custData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1"/>
          <p:cNvSpPr txBox="1"/>
          <p:nvPr/>
        </p:nvSpPr>
        <p:spPr>
          <a:xfrm>
            <a:off x="3914140" y="3244850"/>
            <a:ext cx="436372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思考</a:t>
            </a:r>
            <a:r>
              <a:rPr lang="en-US" altLang="zh-CN"/>
              <a:t>：</a:t>
            </a:r>
            <a:r>
              <a:rPr lang="zh-CN" altLang="en-US"/>
              <a:t>高级语言程序员</a:t>
            </a:r>
            <a:r>
              <a:rPr lang="en-US" altLang="zh-CN"/>
              <a:t>vs</a:t>
            </a:r>
            <a:r>
              <a:rPr lang="zh-CN" altLang="en-US"/>
              <a:t>自然语言</a:t>
            </a:r>
            <a:r>
              <a:rPr lang="zh-CN" altLang="en-US"/>
              <a:t>程序员</a:t>
            </a:r>
            <a:endParaRPr lang="zh-CN" altLang="en-US"/>
          </a:p>
        </p:txBody>
      </p:sp>
    </p:spTree>
    <p:custDataLst>
      <p:tags r:id="rId1"/>
    </p:custData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1"/>
          <p:cNvSpPr txBox="1"/>
          <p:nvPr/>
        </p:nvSpPr>
        <p:spPr>
          <a:xfrm>
            <a:off x="5062220" y="2134870"/>
            <a:ext cx="206756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传统程序员的</a:t>
            </a:r>
            <a:r>
              <a:rPr lang="zh-CN" altLang="en-US"/>
              <a:t>优势</a:t>
            </a:r>
            <a:endParaRPr lang="zh-CN" altLang="en-US"/>
          </a:p>
        </p:txBody>
      </p:sp>
    </p:spTree>
    <p:custDataLst>
      <p:tags r:id="rId1"/>
    </p:custData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1"/>
          <p:cNvSpPr txBox="1"/>
          <p:nvPr/>
        </p:nvSpPr>
        <p:spPr>
          <a:xfrm>
            <a:off x="5062220" y="2134870"/>
            <a:ext cx="206756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传统程序员的</a:t>
            </a:r>
            <a:r>
              <a:rPr lang="zh-CN" altLang="en-US"/>
              <a:t>优势</a:t>
            </a:r>
            <a:endParaRPr lang="zh-CN" altLang="en-US"/>
          </a:p>
        </p:txBody>
      </p:sp>
      <p:sp>
        <p:nvSpPr>
          <p:cNvPr id="3" name="Text Box 2"/>
          <p:cNvSpPr txBox="1"/>
          <p:nvPr/>
        </p:nvSpPr>
        <p:spPr>
          <a:xfrm>
            <a:off x="5162550" y="2893695"/>
            <a:ext cx="186753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/>
              <a:t>1. </a:t>
            </a:r>
            <a:r>
              <a:rPr lang="zh-CN" altLang="en-US"/>
              <a:t>更优质的</a:t>
            </a:r>
            <a:r>
              <a:rPr lang="zh-CN" altLang="en-US"/>
              <a:t>代码</a:t>
            </a:r>
            <a:endParaRPr lang="zh-CN" altLang="en-US"/>
          </a:p>
        </p:txBody>
      </p:sp>
    </p:spTree>
    <p:custDataLst>
      <p:tags r:id="rId1"/>
    </p:custData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1"/>
          <p:cNvSpPr txBox="1"/>
          <p:nvPr/>
        </p:nvSpPr>
        <p:spPr>
          <a:xfrm>
            <a:off x="5062220" y="2134870"/>
            <a:ext cx="206756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传统程序员的</a:t>
            </a:r>
            <a:r>
              <a:rPr lang="zh-CN" altLang="en-US"/>
              <a:t>优势</a:t>
            </a:r>
            <a:endParaRPr lang="zh-CN" altLang="en-US"/>
          </a:p>
        </p:txBody>
      </p:sp>
      <p:sp>
        <p:nvSpPr>
          <p:cNvPr id="3" name="Text Box 2"/>
          <p:cNvSpPr txBox="1"/>
          <p:nvPr/>
        </p:nvSpPr>
        <p:spPr>
          <a:xfrm>
            <a:off x="5162550" y="2893695"/>
            <a:ext cx="186753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/>
              <a:t>1. </a:t>
            </a:r>
            <a:r>
              <a:rPr lang="zh-CN" altLang="en-US"/>
              <a:t>更优质的</a:t>
            </a:r>
            <a:r>
              <a:rPr lang="zh-CN" altLang="en-US"/>
              <a:t>代码</a:t>
            </a:r>
            <a:endParaRPr lang="zh-CN" altLang="en-US"/>
          </a:p>
        </p:txBody>
      </p:sp>
      <p:sp>
        <p:nvSpPr>
          <p:cNvPr id="4" name="Text Box 3"/>
          <p:cNvSpPr txBox="1"/>
          <p:nvPr/>
        </p:nvSpPr>
        <p:spPr>
          <a:xfrm>
            <a:off x="5143500" y="3652520"/>
            <a:ext cx="219773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/>
              <a:t>2. </a:t>
            </a:r>
            <a:r>
              <a:rPr lang="zh-CN" altLang="en-US"/>
              <a:t>真正的理解</a:t>
            </a:r>
            <a:r>
              <a:rPr lang="zh-CN" altLang="en-US"/>
              <a:t>代码</a:t>
            </a:r>
            <a:endParaRPr lang="zh-CN" altLang="en-US"/>
          </a:p>
        </p:txBody>
      </p:sp>
    </p:spTree>
    <p:custDataLst>
      <p:tags r:id="rId1"/>
    </p:custData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1"/>
          <p:cNvSpPr txBox="1"/>
          <p:nvPr/>
        </p:nvSpPr>
        <p:spPr>
          <a:xfrm>
            <a:off x="5152390" y="3244850"/>
            <a:ext cx="188785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基础仍然</a:t>
            </a:r>
            <a:r>
              <a:rPr lang="zh-CN" altLang="en-US"/>
              <a:t>很重要</a:t>
            </a:r>
            <a:endParaRPr lang="zh-CN" altLang="en-US"/>
          </a:p>
        </p:txBody>
      </p:sp>
    </p:spTree>
    <p:custDataLst>
      <p:tags r:id="rId1"/>
    </p:custData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1"/>
          <p:cNvSpPr txBox="1"/>
          <p:nvPr/>
        </p:nvSpPr>
        <p:spPr>
          <a:xfrm>
            <a:off x="3799840" y="2315210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未来编程的模式</a:t>
            </a:r>
            <a:r>
              <a:rPr lang="en-US" altLang="zh-CN"/>
              <a:t>：</a:t>
            </a:r>
            <a:endParaRPr lang="en-US" altLang="zh-CN"/>
          </a:p>
        </p:txBody>
      </p:sp>
    </p:spTree>
    <p:custDataLst>
      <p:tags r:id="rId1"/>
    </p:custData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1"/>
          <p:cNvSpPr txBox="1"/>
          <p:nvPr/>
        </p:nvSpPr>
        <p:spPr>
          <a:xfrm>
            <a:off x="3799840" y="2315210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未来编程的模式</a:t>
            </a:r>
            <a:r>
              <a:rPr lang="en-US" altLang="zh-CN"/>
              <a:t>：</a:t>
            </a:r>
            <a:endParaRPr lang="en-US" altLang="zh-CN"/>
          </a:p>
        </p:txBody>
      </p:sp>
      <p:sp>
        <p:nvSpPr>
          <p:cNvPr id="3" name="Text Box 2"/>
          <p:cNvSpPr txBox="1"/>
          <p:nvPr/>
        </p:nvSpPr>
        <p:spPr>
          <a:xfrm>
            <a:off x="4747895" y="3060700"/>
            <a:ext cx="219837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/>
              <a:t>1. </a:t>
            </a:r>
            <a:r>
              <a:rPr lang="zh-CN" altLang="en-US"/>
              <a:t>设计项目的</a:t>
            </a:r>
            <a:r>
              <a:rPr lang="zh-CN" altLang="en-US"/>
              <a:t>架构</a:t>
            </a:r>
            <a:endParaRPr lang="zh-CN" altLang="en-US"/>
          </a:p>
        </p:txBody>
      </p:sp>
    </p:spTree>
    <p:custDataLst>
      <p:tags r:id="rId1"/>
    </p:custData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1"/>
          <p:cNvSpPr txBox="1"/>
          <p:nvPr/>
        </p:nvSpPr>
        <p:spPr>
          <a:xfrm>
            <a:off x="3799840" y="2315210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未来编程的模式</a:t>
            </a:r>
            <a:r>
              <a:rPr lang="en-US" altLang="zh-CN"/>
              <a:t>：</a:t>
            </a:r>
            <a:endParaRPr lang="en-US" altLang="zh-CN"/>
          </a:p>
        </p:txBody>
      </p:sp>
      <p:sp>
        <p:nvSpPr>
          <p:cNvPr id="3" name="Text Box 2"/>
          <p:cNvSpPr txBox="1"/>
          <p:nvPr/>
        </p:nvSpPr>
        <p:spPr>
          <a:xfrm>
            <a:off x="4747895" y="3060700"/>
            <a:ext cx="219837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/>
              <a:t>1. </a:t>
            </a:r>
            <a:r>
              <a:rPr lang="zh-CN" altLang="en-US"/>
              <a:t>设计项目的</a:t>
            </a:r>
            <a:r>
              <a:rPr lang="zh-CN" altLang="en-US"/>
              <a:t>架构</a:t>
            </a:r>
            <a:endParaRPr lang="zh-CN" altLang="en-US"/>
          </a:p>
        </p:txBody>
      </p:sp>
      <p:sp>
        <p:nvSpPr>
          <p:cNvPr id="4" name="Text Box 3"/>
          <p:cNvSpPr txBox="1"/>
          <p:nvPr/>
        </p:nvSpPr>
        <p:spPr>
          <a:xfrm>
            <a:off x="4732020" y="3806190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/>
              <a:t>2. AI</a:t>
            </a:r>
            <a:r>
              <a:rPr lang="zh-CN" altLang="en-US"/>
              <a:t>实现功能</a:t>
            </a:r>
            <a:r>
              <a:rPr lang="zh-CN" altLang="en-US"/>
              <a:t>模块</a:t>
            </a:r>
            <a:endParaRPr lang="zh-CN" altLang="en-US"/>
          </a:p>
        </p:txBody>
      </p:sp>
    </p:spTree>
    <p:custDataLst>
      <p:tags r:id="rId1"/>
    </p:custData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1"/>
          <p:cNvSpPr txBox="1"/>
          <p:nvPr/>
        </p:nvSpPr>
        <p:spPr>
          <a:xfrm>
            <a:off x="3799840" y="2315210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未来编程的模式</a:t>
            </a:r>
            <a:r>
              <a:rPr lang="en-US" altLang="zh-CN"/>
              <a:t>：</a:t>
            </a:r>
            <a:endParaRPr lang="en-US" altLang="zh-CN"/>
          </a:p>
        </p:txBody>
      </p:sp>
      <p:sp>
        <p:nvSpPr>
          <p:cNvPr id="3" name="Text Box 2"/>
          <p:cNvSpPr txBox="1"/>
          <p:nvPr/>
        </p:nvSpPr>
        <p:spPr>
          <a:xfrm>
            <a:off x="4747895" y="3060700"/>
            <a:ext cx="219837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/>
              <a:t>1. </a:t>
            </a:r>
            <a:r>
              <a:rPr lang="zh-CN" altLang="en-US"/>
              <a:t>设计项目的</a:t>
            </a:r>
            <a:r>
              <a:rPr lang="zh-CN" altLang="en-US"/>
              <a:t>架构</a:t>
            </a:r>
            <a:endParaRPr lang="zh-CN" altLang="en-US"/>
          </a:p>
        </p:txBody>
      </p:sp>
      <p:sp>
        <p:nvSpPr>
          <p:cNvPr id="4" name="Text Box 3"/>
          <p:cNvSpPr txBox="1"/>
          <p:nvPr/>
        </p:nvSpPr>
        <p:spPr>
          <a:xfrm>
            <a:off x="4732020" y="3806190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/>
              <a:t>2. AI</a:t>
            </a:r>
            <a:r>
              <a:rPr lang="zh-CN" altLang="en-US"/>
              <a:t>实现功能</a:t>
            </a:r>
            <a:r>
              <a:rPr lang="zh-CN" altLang="en-US"/>
              <a:t>模块</a:t>
            </a:r>
            <a:endParaRPr lang="zh-CN" altLang="en-US"/>
          </a:p>
        </p:txBody>
      </p:sp>
      <p:sp>
        <p:nvSpPr>
          <p:cNvPr id="5" name="Text Box 4"/>
          <p:cNvSpPr txBox="1"/>
          <p:nvPr/>
        </p:nvSpPr>
        <p:spPr>
          <a:xfrm>
            <a:off x="4738370" y="4532630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/>
              <a:t>3. </a:t>
            </a:r>
            <a:r>
              <a:rPr lang="en-US" altLang="zh-CN"/>
              <a:t>code </a:t>
            </a:r>
            <a:r>
              <a:rPr lang="en-US" altLang="zh-CN"/>
              <a:t>review</a:t>
            </a:r>
            <a:endParaRPr lang="en-US" altLang="zh-CN"/>
          </a:p>
        </p:txBody>
      </p:sp>
    </p:spTree>
    <p:custDataLst>
      <p:tags r:id="rId1"/>
    </p:custData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 Box 11"/>
          <p:cNvSpPr txBox="1"/>
          <p:nvPr/>
        </p:nvSpPr>
        <p:spPr>
          <a:xfrm>
            <a:off x="4827270" y="3282950"/>
            <a:ext cx="253746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sz="3600"/>
              <a:t>Thank You</a:t>
            </a:r>
            <a:endParaRPr lang="en-US" sz="3600"/>
          </a:p>
        </p:txBody>
      </p:sp>
    </p:spTree>
    <p:custDataLst>
      <p:tags r:id="rId1"/>
    </p:custDataLst>
  </p:cSld>
  <p:clrMapOvr>
    <a:masterClrMapping/>
  </p:clrMapOvr>
</p:sld>
</file>

<file path=ppt/tags/tag1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_1*i*1"/>
  <p:tag name="KSO_WM_UNIT_LAYERLEVEL" val="1"/>
  <p:tag name="KSO_WM_TAG_VERSION" val="1.0"/>
</p:tagLst>
</file>

<file path=ppt/tags/tag2.xml><?xml version="1.0" encoding="utf-8"?>
<p:tagLst xmlns:p="http://schemas.openxmlformats.org/presentationml/2006/main">
  <p:tag name="KSO_WM_UNIT_FILL_FORE_SCHEMECOLOR_INDEX_BRIGHTNESS" val="0"/>
  <p:tag name="KSO_WM_UNIT_FILL_FORE_SCHEMECOLOR_INDEX" val="14"/>
  <p:tag name="KSO_WM_UNIT_FILL_TYPE" val="1"/>
  <p:tag name="KSO_WM_UNIT_SHADOW_SCHEMECOLOR_INDEX_BRIGHTNESS" val="-0.5"/>
  <p:tag name="KSO_WM_UNIT_SHADOW_SCHEMECOLOR_INDEX" val="14"/>
  <p:tag name="KSO_WM_UNIT_TEXT_FILL_FORE_SCHEMECOLOR_INDEX_BRIGHTNESS" val="0"/>
  <p:tag name="KSO_WM_UNIT_TEXT_FILL_FORE_SCHEMECOLOR_INDEX" val="2"/>
  <p:tag name="KSO_WM_UNIT_TEXT_FILL_TYPE" val="1"/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"/>
  <p:tag name="KSO_WM_UNIT_ID" val="_1*i*2"/>
  <p:tag name="KSO_WM_UNIT_LAYERLEVEL" val="1"/>
  <p:tag name="KSO_WM_TAG_VERSION" val="1.0"/>
</p:tagLst>
</file>

<file path=ppt/tags/tag3.xml><?xml version="1.0" encoding="utf-8"?>
<p:tagLst xmlns:p="http://schemas.openxmlformats.org/presentationml/2006/main">
  <p:tag name="KSO_WM_UNIT_FILL_FORE_SCHEMECOLOR_INDEX_BRIGHTNESS" val="0"/>
  <p:tag name="KSO_WM_UNIT_FILL_FORE_SCHEMECOLOR_INDEX" val="14"/>
  <p:tag name="KSO_WM_UNIT_FILL_TYPE" val="1"/>
  <p:tag name="KSO_WM_UNIT_SHADOW_SCHEMECOLOR_INDEX_BRIGHTNESS" val="-0.5"/>
  <p:tag name="KSO_WM_UNIT_SHADOW_SCHEMECOLOR_INDEX" val="14"/>
  <p:tag name="KSO_WM_UNIT_TEXT_FILL_FORE_SCHEMECOLOR_INDEX_BRIGHTNESS" val="0"/>
  <p:tag name="KSO_WM_UNIT_TEXT_FILL_FORE_SCHEMECOLOR_INDEX" val="2"/>
  <p:tag name="KSO_WM_UNIT_TEXT_FILL_TYPE" val="1"/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3"/>
  <p:tag name="KSO_WM_UNIT_ID" val="_1*i*3"/>
  <p:tag name="KSO_WM_UNIT_LAYERLEVEL" val="1"/>
  <p:tag name="KSO_WM_TAG_VERSION" val="1.0"/>
</p:tagLst>
</file>

<file path=ppt/tags/tag4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CONTENT_GROUP_TYPE" val="contentchip"/>
  <p:tag name="KSO_WM_UNIT_TYPE" val="i"/>
  <p:tag name="KSO_WM_UNIT_INDEX" val="4"/>
  <p:tag name="KSO_WM_UNIT_ID" val="_1*i*4"/>
  <p:tag name="KSO_WM_UNIT_LAYERLEVEL" val="1"/>
  <p:tag name="KSO_WM_TAG_VERSION" val="1.0"/>
</p:tagLst>
</file>

<file path=ppt/tags/tag5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5"/>
  <p:tag name="KSO_WM_UNIT_ID" val="_1*i*5"/>
  <p:tag name="KSO_WM_UNIT_LAYERLEVEL" val="1"/>
  <p:tag name="KSO_WM_TAG_VERSION" val="1.0"/>
</p:tagLst>
</file>

<file path=ppt/tags/tag6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6"/>
  <p:tag name="KSO_WM_UNIT_ID" val="_1*i*6"/>
  <p:tag name="KSO_WM_UNIT_LAYERLEVEL" val="1"/>
  <p:tag name="KSO_WM_TAG_VERSION" val="1.0"/>
</p:tagLst>
</file>

<file path=ppt/tags/tag7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7"/>
  <p:tag name="KSO_WM_UNIT_ID" val="_1*i*7"/>
  <p:tag name="KSO_WM_UNIT_LAYERLEVEL" val="1"/>
  <p:tag name="KSO_WM_TAG_VERSION" val="1.0"/>
</p:tagLst>
</file>

<file path=ppt/tags/tag8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CONTENT_GROUP_TYPE" val="contentchip"/>
  <p:tag name="KSO_WM_UNIT_TYPE" val="i"/>
  <p:tag name="KSO_WM_UNIT_INDEX" val="8"/>
  <p:tag name="KSO_WM_UNIT_ID" val="_1*i*8"/>
  <p:tag name="KSO_WM_UNIT_LAYERLEVEL" val="1"/>
  <p:tag name="KSO_WM_TAG_VERSION" val="1.0"/>
</p:tagLst>
</file>

<file path=ppt/tags/tag9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CONTENT_GROUP_TYPE" val="contentchip"/>
  <p:tag name="KSO_WM_UNIT_TYPE" val="i"/>
  <p:tag name="KSO_WM_UNIT_INDEX" val="9"/>
  <p:tag name="KSO_WM_UNIT_ID" val="_1*i*9"/>
  <p:tag name="KSO_WM_UNIT_LAYERLEVEL" val="1"/>
  <p:tag name="KSO_WM_TAG_VERSION" val="1.0"/>
</p:tagLst>
</file>

<file path=ppt/tags/tag10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CONTENT_GROUP_TYPE" val="contentchip"/>
  <p:tag name="KSO_WM_UNIT_TYPE" val="i"/>
  <p:tag name="KSO_WM_UNIT_INDEX" val="10"/>
  <p:tag name="KSO_WM_UNIT_ID" val="_1*i*10"/>
  <p:tag name="KSO_WM_UNIT_LAYERLEVEL" val="1"/>
  <p:tag name="KSO_WM_TAG_VERSION" val="1.0"/>
</p:tagLst>
</file>

<file path=ppt/tags/tag11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1"/>
  <p:tag name="KSO_WM_UNIT_ID" val="_1*i*11"/>
  <p:tag name="KSO_WM_UNIT_LAYERLEVEL" val="1"/>
  <p:tag name="KSO_WM_TAG_VERSION" val="1.0"/>
</p:tagLst>
</file>

<file path=ppt/tags/tag12.xml><?xml version="1.0" encoding="utf-8"?>
<p:tagLst xmlns:p="http://schemas.openxmlformats.org/presentationml/2006/main">
  <p:tag name="KSO_WM_UNIT_SUBTYPE" val="b"/>
  <p:tag name="KSO_WM_UNIT_PRESET_TEXT" val="汇报人：稻小壳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1*f*1"/>
  <p:tag name="KSO_WM_UNIT_LAYERLEVEL" val="1"/>
  <p:tag name="KSO_WM_TAG_VERSION" val="1.0"/>
  <p:tag name="KSO_WM_BEAUTIFY_FLAG" val="#wm#"/>
  <p:tag name="KSO_WM_UNIT_CONTENT_GROUP_TYPE" val="contentchip"/>
</p:tagLst>
</file>

<file path=ppt/tags/tag13.xml><?xml version="1.0" encoding="utf-8"?>
<p:tagLst xmlns:p="http://schemas.openxmlformats.org/presentationml/2006/main">
  <p:tag name="KSO_WM_UNIT_ISCONTENTSTITLE" val="0"/>
  <p:tag name="KSO_WM_UNIT_ISNUMDGMTITLE" val="0"/>
  <p:tag name="KSO_WM_UNIT_PRESET_TEXT" val="WPS,a click to unlimited possibilities"/>
  <p:tag name="KSO_WM_UNIT_NOCLEAR" val="0"/>
  <p:tag name="KSO_WM_UNIT_VALUE" val="17"/>
  <p:tag name="KSO_WM_UNIT_HIGHLIGHT" val="0"/>
  <p:tag name="KSO_WM_UNIT_COMPATIBLE" val="0"/>
  <p:tag name="KSO_WM_UNIT_DIAGRAM_ISNUMVISUAL" val="0"/>
  <p:tag name="KSO_WM_UNIT_DIAGRAM_ISREFERUNIT" val="0"/>
  <p:tag name="KSO_WM_UNIT_TYPE" val="b"/>
  <p:tag name="KSO_WM_UNIT_INDEX" val="1"/>
  <p:tag name="KSO_WM_UNIT_ID" val="_1*b*1"/>
  <p:tag name="KSO_WM_UNIT_LAYERLEVEL" val="1"/>
  <p:tag name="KSO_WM_TAG_VERSION" val="1.0"/>
  <p:tag name="KSO_WM_BEAUTIFY_FLAG" val="#wm#"/>
  <p:tag name="KSO_WM_UNIT_CONTENT_GROUP_TYPE" val="contentchip"/>
</p:tagLst>
</file>

<file path=ppt/tags/tag14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添加文档标题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1*a*1"/>
  <p:tag name="KSO_WM_UNIT_LAYERLEVEL" val="1"/>
  <p:tag name="KSO_WM_TAG_VERSION" val="1.0"/>
  <p:tag name="KSO_WM_BEAUTIFY_FLAG" val="#wm#"/>
  <p:tag name="KSO_WM_UNIT_CONTENT_GROUP_TYPE" val="contentchip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2*f*1"/>
  <p:tag name="KSO_WM_UNIT_LAYERLEVEL" val="1"/>
  <p:tag name="KSO_WM_TAG_VERSION" val="1.0"/>
  <p:tag name="KSO_WM_BEAUTIFY_FLAG" val="#wm#"/>
  <p:tag name="KSO_WM_UNIT_PRESET_TEXT" val="单击此处编辑母版文本样式&#10;第二级&#10;第三级&#10;第四级&#10;第五级"/>
</p:tagLst>
</file>

<file path=ppt/tags/tag19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2*i*1"/>
  <p:tag name="KSO_WM_UNIT_LAYERLEVEL" val="1"/>
  <p:tag name="KSO_WM_TAG_VERSION" val="1.0"/>
  <p:tag name="KSO_WM_UNIT_TYPE" val="i"/>
  <p:tag name="KSO_WM_UNIT_INDEX" val="1"/>
  <p:tag name="KSO_WM_UNIT_CONTENT_GROUP_TYPE" val="titlestyle"/>
</p:tagLst>
</file>

<file path=ppt/tags/tag20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添加标题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2*a*1"/>
  <p:tag name="KSO_WM_UNIT_LAYERLEVEL" val="1"/>
  <p:tag name="KSO_WM_TAG_VERSION" val="1.0"/>
  <p:tag name="KSO_WM_BEAUTIFY_FLAG" val="#wm#"/>
  <p:tag name="KSO_WM_UNIT_CONTENT_GROUP_TYPE" val="titlestyle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3*i*1"/>
  <p:tag name="KSO_WM_UNIT_LAYERLEVEL" val="1"/>
  <p:tag name="KSO_WM_TAG_VERSION" val="1.0"/>
  <p:tag name="KSO_WM_UNIT_TYPE" val="i"/>
  <p:tag name="KSO_WM_UNIT_INDEX" val="1"/>
</p:tagLst>
</file>

<file path=ppt/tags/tag25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3*i*3"/>
  <p:tag name="KSO_WM_UNIT_LAYERLEVEL" val="1"/>
  <p:tag name="KSO_WM_TAG_VERSION" val="1.0"/>
  <p:tag name="KSO_WM_UNIT_TYPE" val="i"/>
  <p:tag name="KSO_WM_UNIT_INDEX" val="3"/>
</p:tagLst>
</file>

<file path=ppt/tags/tag26.xml><?xml version="1.0" encoding="utf-8"?>
<p:tagLst xmlns:p="http://schemas.openxmlformats.org/presentationml/2006/main">
  <p:tag name="KSO_WM_UNIT_ISCONTENTSTITLE" val="0"/>
  <p:tag name="KSO_WM_UNIT_ISNUMDGMTITLE" val="0"/>
  <p:tag name="KSO_WM_UNIT_PRESET_TEXT" val="CONTENTS"/>
  <p:tag name="KSO_WM_UNIT_NOCLEAR" val="0"/>
  <p:tag name="KSO_WM_UNIT_VALUE" val="17"/>
  <p:tag name="KSO_WM_UNIT_HIGHLIGHT" val="0"/>
  <p:tag name="KSO_WM_UNIT_COMPATIBLE" val="0"/>
  <p:tag name="KSO_WM_UNIT_DIAGRAM_ISNUMVISUAL" val="0"/>
  <p:tag name="KSO_WM_UNIT_DIAGRAM_ISREFERUNIT" val="0"/>
  <p:tag name="KSO_WM_UNIT_TYPE" val="b"/>
  <p:tag name="KSO_WM_UNIT_INDEX" val="1"/>
  <p:tag name="KSO_WM_UNIT_ID" val="_3*b*1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ISCONTENTSTITLE" val="1"/>
  <p:tag name="KSO_WM_UNIT_ISNUMDGMTITLE" val="0"/>
  <p:tag name="KSO_WM_UNIT_PRESET_TEXT" val="目录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3*a*1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FILL_FORE_SCHEMECOLOR_INDEX_BRIGHTNESS" val="0"/>
  <p:tag name="KSO_WM_UNIT_FILL_FORE_SCHEMECOLOR_INDEX" val="14"/>
  <p:tag name="KSO_WM_UNIT_FILL_TYPE" val="1"/>
  <p:tag name="KSO_WM_UNIT_SHADOW_SCHEMECOLOR_INDEX_BRIGHTNESS" val="-0.5"/>
  <p:tag name="KSO_WM_UNIT_SHADOW_SCHEMECOLOR_INDEX" val="14"/>
  <p:tag name="KSO_WM_UNIT_TEXT_FILL_FORE_SCHEMECOLOR_INDEX_BRIGHTNESS" val="0"/>
  <p:tag name="KSO_WM_UNIT_TEXT_FILL_FORE_SCHEMECOLOR_INDEX" val="2"/>
  <p:tag name="KSO_WM_UNIT_TEXT_FILL_TYPE" val="1"/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4*i*1"/>
  <p:tag name="KSO_WM_UNIT_LAYERLEVEL" val="1"/>
  <p:tag name="KSO_WM_TAG_VERSION" val="1.0"/>
  <p:tag name="KSO_WM_UNIT_TYPE" val="i"/>
  <p:tag name="KSO_WM_UNIT_INDEX" val="1"/>
</p:tagLst>
</file>

<file path=ppt/tags/tag32.xml><?xml version="1.0" encoding="utf-8"?>
<p:tagLst xmlns:p="http://schemas.openxmlformats.org/presentationml/2006/main">
  <p:tag name="KSO_WM_UNIT_FILL_FORE_SCHEMECOLOR_INDEX_BRIGHTNESS" val="0"/>
  <p:tag name="KSO_WM_UNIT_FILL_FORE_SCHEMECOLOR_INDEX" val="14"/>
  <p:tag name="KSO_WM_UNIT_FILL_TYPE" val="1"/>
  <p:tag name="KSO_WM_UNIT_SHADOW_SCHEMECOLOR_INDEX_BRIGHTNESS" val="-0.5"/>
  <p:tag name="KSO_WM_UNIT_SHADOW_SCHEMECOLOR_INDEX" val="14"/>
  <p:tag name="KSO_WM_UNIT_TEXT_FILL_FORE_SCHEMECOLOR_INDEX_BRIGHTNESS" val="0"/>
  <p:tag name="KSO_WM_UNIT_TEXT_FILL_FORE_SCHEMECOLOR_INDEX" val="2"/>
  <p:tag name="KSO_WM_UNIT_TEXT_FILL_TYPE" val="1"/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4*i*2"/>
  <p:tag name="KSO_WM_UNIT_LAYERLEVEL" val="1"/>
  <p:tag name="KSO_WM_TAG_VERSION" val="1.0"/>
  <p:tag name="KSO_WM_UNIT_TYPE" val="i"/>
  <p:tag name="KSO_WM_UNIT_INDEX" val="2"/>
</p:tagLst>
</file>

<file path=ppt/tags/tag33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4*i*3"/>
  <p:tag name="KSO_WM_UNIT_LAYERLEVEL" val="1"/>
  <p:tag name="KSO_WM_TAG_VERSION" val="1.0"/>
  <p:tag name="KSO_WM_UNIT_TYPE" val="i"/>
  <p:tag name="KSO_WM_UNIT_INDEX" val="3"/>
</p:tagLst>
</file>

<file path=ppt/tags/tag34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4*i*4"/>
  <p:tag name="KSO_WM_UNIT_LAYERLEVEL" val="1"/>
  <p:tag name="KSO_WM_TAG_VERSION" val="1.0"/>
  <p:tag name="KSO_WM_UNIT_CONTENT_GROUP_TYPE" val="contentchip"/>
  <p:tag name="KSO_WM_UNIT_TYPE" val="i"/>
  <p:tag name="KSO_WM_UNIT_INDEX" val="4"/>
</p:tagLst>
</file>

<file path=ppt/tags/tag35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4*i*5"/>
  <p:tag name="KSO_WM_UNIT_LAYERLEVEL" val="1"/>
  <p:tag name="KSO_WM_TAG_VERSION" val="1.0"/>
  <p:tag name="KSO_WM_UNIT_TYPE" val="i"/>
  <p:tag name="KSO_WM_UNIT_INDEX" val="5"/>
</p:tagLst>
</file>

<file path=ppt/tags/tag36.xml><?xml version="1.0" encoding="utf-8"?>
<p:tagLst xmlns:p="http://schemas.openxmlformats.org/presentationml/2006/main">
  <p:tag name="KSO_WM_UNIT_PRESET_TEXT" val="01"/>
  <p:tag name="KSO_WM_UNIT_NOCLEAR" val="0"/>
  <p:tag name="KSO_WM_UNIT_VALUE" val="6"/>
  <p:tag name="KSO_WM_UNIT_HIGHLIGHT" val="0"/>
  <p:tag name="KSO_WM_UNIT_COMPATIBLE" val="1"/>
  <p:tag name="KSO_WM_UNIT_DIAGRAM_ISNUMVISUAL" val="0"/>
  <p:tag name="KSO_WM_UNIT_DIAGRAM_ISREFERUNIT" val="0"/>
  <p:tag name="KSO_WM_UNIT_TYPE" val="e"/>
  <p:tag name="KSO_WM_UNIT_INDEX" val="1"/>
  <p:tag name="KSO_WM_UNIT_ID" val="_4*e*1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ISCONTENTSTITLE" val="0"/>
  <p:tag name="KSO_WM_UNIT_ISNUMDGMTITLE" val="0"/>
  <p:tag name="KSO_WM_UNIT_PRESET_TEXT" val="添加章节标题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4*a*1"/>
  <p:tag name="KSO_WM_UNIT_LAYERLEVEL" val="1"/>
  <p:tag name="KSO_WM_TAG_VERSION" val="1.0"/>
  <p:tag name="KSO_WM_BEAUTIFY_FLAG" val="#wm#"/>
  <p:tag name="KSO_WM_UNIT_CONTENT_GROUP_TYPE" val="contentchip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5*f*1"/>
  <p:tag name="KSO_WM_UNIT_LAYERLEVEL" val="1"/>
  <p:tag name="KSO_WM_TAG_VERSION" val="1.0"/>
  <p:tag name="KSO_WM_BEAUTIFY_FLAG" val="#wm#"/>
  <p:tag name="KSO_WM_UNIT_PRESET_TEXT" val="单击此处编辑母版文本样式&#10;第二级&#10;第三级&#10;第四级&#10;第五级"/>
</p:tagLst>
</file>

<file path=ppt/tags/tag42.xml><?xml version="1.0" encoding="utf-8"?>
<p:tagLst xmlns:p="http://schemas.openxmlformats.org/presentationml/2006/main"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2"/>
  <p:tag name="KSO_WM_UNIT_ID" val="_5*f*2"/>
  <p:tag name="KSO_WM_UNIT_LAYERLEVEL" val="1"/>
  <p:tag name="KSO_WM_TAG_VERSION" val="1.0"/>
  <p:tag name="KSO_WM_BEAUTIFY_FLAG" val="#wm#"/>
  <p:tag name="KSO_WM_UNIT_PRESET_TEXT" val="单击此处编辑母版文本样式&#10;第二级&#10;第三级&#10;第四级&#10;第五级"/>
</p:tagLst>
</file>

<file path=ppt/tags/tag43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5*i*1"/>
  <p:tag name="KSO_WM_UNIT_LAYERLEVEL" val="1"/>
  <p:tag name="KSO_WM_TAG_VERSION" val="1.0"/>
  <p:tag name="KSO_WM_UNIT_TYPE" val="i"/>
  <p:tag name="KSO_WM_UNIT_INDEX" val="1"/>
  <p:tag name="KSO_WM_UNIT_CONTENT_GROUP_TYPE" val="titlestyle"/>
</p:tagLst>
</file>

<file path=ppt/tags/tag44.xml><?xml version="1.0" encoding="utf-8"?>
<p:tagLst xmlns:p="http://schemas.openxmlformats.org/presentationml/2006/main">
  <p:tag name="KSO_WM_UNIT_ISCONTENTSTITLE" val="0"/>
  <p:tag name="KSO_WM_UNIT_ISNUMDGMTITLE" val="0"/>
  <p:tag name="KSO_WM_UNIT_PRESET_TEXT" val="正文页-预设标题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5*a*1"/>
  <p:tag name="KSO_WM_UNIT_LAYERLEVEL" val="1"/>
  <p:tag name="KSO_WM_TAG_VERSION" val="1.0"/>
  <p:tag name="KSO_WM_BEAUTIFY_FLAG" val="#wm#"/>
  <p:tag name="KSO_WM_UNIT_CONTENT_GROUP_TYPE" val="titlestyle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h_f"/>
  <p:tag name="KSO_WM_UNIT_INDEX" val="2_1"/>
  <p:tag name="KSO_WM_UNIT_ID" val="_6*h_f*2_1"/>
  <p:tag name="KSO_WM_UNIT_LAYERLEVEL" val="1_1"/>
  <p:tag name="KSO_WM_TAG_VERSION" val="1.0"/>
  <p:tag name="KSO_WM_BEAUTIFY_FLAG" val="#wm#"/>
  <p:tag name="KSO_WM_UNIT_PRESET_TEXT" val="单击此处编辑母版文本样式&#10;第二级&#10;第三级&#10;第四级&#10;第五级"/>
</p:tagLst>
</file>

<file path=ppt/tags/tag49.xml><?xml version="1.0" encoding="utf-8"?>
<p:tagLst xmlns:p="http://schemas.openxmlformats.org/presentationml/2006/main">
  <p:tag name="KSO_WM_UNIT_ISCONTENTSTITLE" val="0"/>
  <p:tag name="KSO_WM_UNIT_ISNUMDGMTITLE" val="0"/>
  <p:tag name="KSO_WM_UNIT_PRESET_TEXT" val="添加小标题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h_a"/>
  <p:tag name="KSO_WM_UNIT_INDEX" val="2_1"/>
  <p:tag name="KSO_WM_UNIT_ID" val="_6*h_a*2_1"/>
  <p:tag name="KSO_WM_UNIT_LAYERLEVEL" val="1_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h_f"/>
  <p:tag name="KSO_WM_UNIT_INDEX" val="1_1"/>
  <p:tag name="KSO_WM_UNIT_ID" val="_6*h_f*1_1"/>
  <p:tag name="KSO_WM_UNIT_LAYERLEVEL" val="1_1"/>
  <p:tag name="KSO_WM_TAG_VERSION" val="1.0"/>
  <p:tag name="KSO_WM_BEAUTIFY_FLAG" val="#wm#"/>
  <p:tag name="KSO_WM_UNIT_PRESET_TEXT" val="单击此处编辑母版文本样式&#10;第二级&#10;第三级&#10;第四级&#10;第五级"/>
</p:tagLst>
</file>

<file path=ppt/tags/tag51.xml><?xml version="1.0" encoding="utf-8"?>
<p:tagLst xmlns:p="http://schemas.openxmlformats.org/presentationml/2006/main">
  <p:tag name="KSO_WM_UNIT_ISCONTENTSTITLE" val="0"/>
  <p:tag name="KSO_WM_UNIT_ISNUMDGMTITLE" val="0"/>
  <p:tag name="KSO_WM_UNIT_PRESET_TEXT" val="添加小标题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h_a"/>
  <p:tag name="KSO_WM_UNIT_INDEX" val="1_1"/>
  <p:tag name="KSO_WM_UNIT_ID" val="_6*h_a*1_1"/>
  <p:tag name="KSO_WM_UNIT_LAYERLEVEL" val="1_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6*i*1"/>
  <p:tag name="KSO_WM_UNIT_LAYERLEVEL" val="1"/>
  <p:tag name="KSO_WM_TAG_VERSION" val="1.0"/>
  <p:tag name="KSO_WM_UNIT_TYPE" val="i"/>
  <p:tag name="KSO_WM_UNIT_INDEX" val="1"/>
  <p:tag name="KSO_WM_UNIT_CONTENT_GROUP_TYPE" val="titlestyle"/>
</p:tagLst>
</file>

<file path=ppt/tags/tag53.xml><?xml version="1.0" encoding="utf-8"?>
<p:tagLst xmlns:p="http://schemas.openxmlformats.org/presentationml/2006/main">
  <p:tag name="KSO_WM_UNIT_ISCONTENTSTITLE" val="0"/>
  <p:tag name="KSO_WM_UNIT_ISNUMDGMTITLE" val="0"/>
  <p:tag name="KSO_WM_UNIT_PRESET_TEXT" val="正文页-预设标题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6*a*1"/>
  <p:tag name="KSO_WM_UNIT_LAYERLEVEL" val="1"/>
  <p:tag name="KSO_WM_TAG_VERSION" val="1.0"/>
  <p:tag name="KSO_WM_BEAUTIFY_FLAG" val="#wm#"/>
  <p:tag name="KSO_WM_UNIT_CONTENT_GROUP_TYPE" val="titlestyle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7*i*1"/>
  <p:tag name="KSO_WM_UNIT_LAYERLEVEL" val="1"/>
  <p:tag name="KSO_WM_TAG_VERSION" val="1.0"/>
  <p:tag name="KSO_WM_UNIT_TYPE" val="i"/>
  <p:tag name="KSO_WM_UNIT_INDEX" val="1"/>
  <p:tag name="KSO_WM_UNIT_CONTENT_GROUP_TYPE" val="titlestyle"/>
</p:tagLst>
</file>

<file path=ppt/tags/tag58.xml><?xml version="1.0" encoding="utf-8"?>
<p:tagLst xmlns:p="http://schemas.openxmlformats.org/presentationml/2006/main">
  <p:tag name="KSO_WM_UNIT_ISCONTENTSTITLE" val="0"/>
  <p:tag name="KSO_WM_UNIT_ISNUMDGMTITLE" val="0"/>
  <p:tag name="KSO_WM_UNIT_PRESET_TEXT" val="正文页-预设标题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7*a*1"/>
  <p:tag name="KSO_WM_UNIT_LAYERLEVEL" val="1"/>
  <p:tag name="KSO_WM_TAG_VERSION" val="1.0"/>
  <p:tag name="KSO_WM_BEAUTIFY_FLAG" val="#wm#"/>
  <p:tag name="KSO_WM_UNIT_CONTENT_GROUP_TYPE" val="titlestyle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8*i*1"/>
  <p:tag name="KSO_WM_UNIT_LAYERLEVEL" val="1"/>
  <p:tag name="KSO_WM_TAG_VERSION" val="1.0"/>
  <p:tag name="KSO_WM_UNIT_TYPE" val="i"/>
  <p:tag name="KSO_WM_UNIT_INDEX" val="1"/>
</p:tagLst>
</file>

<file path=ppt/tags/tag6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6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6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66.xml><?xml version="1.0" encoding="utf-8"?>
<p:tagLst xmlns:p="http://schemas.openxmlformats.org/presentationml/2006/main"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9*f*1"/>
  <p:tag name="KSO_WM_UNIT_LAYERLEVEL" val="1"/>
  <p:tag name="KSO_WM_TAG_VERSION" val="1.0"/>
  <p:tag name="KSO_WM_BEAUTIFY_FLAG" val="#wm#"/>
  <p:tag name="KSO_WM_UNIT_PRESET_TEXT" val="单击此处编辑母版文本样式&#10;第二级&#10;第三级&#10;第四级&#10;第五级"/>
</p:tagLst>
</file>

<file path=ppt/tags/tag67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9*i*1"/>
  <p:tag name="KSO_WM_UNIT_LAYERLEVEL" val="1"/>
  <p:tag name="KSO_WM_TAG_VERSION" val="1.0"/>
  <p:tag name="KSO_WM_UNIT_TYPE" val="i"/>
  <p:tag name="KSO_WM_UNIT_INDEX" val="1"/>
</p:tagLst>
</file>

<file path=ppt/tags/tag6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6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7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71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10*i*1"/>
  <p:tag name="KSO_WM_UNIT_LAYERLEVEL" val="1"/>
  <p:tag name="KSO_WM_TAG_VERSION" val="1.0"/>
  <p:tag name="KSO_WM_UNIT_CONTENT_GROUP_TYPE" val="titlestyle"/>
  <p:tag name="KSO_WM_UNIT_TYPE" val="i"/>
  <p:tag name="KSO_WM_UNIT_INDEX" val="1"/>
</p:tagLst>
</file>

<file path=ppt/tags/tag72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选择预设副标题"/>
  <p:tag name="KSO_WM_UNIT_NOCLEAR" val="0"/>
  <p:tag name="KSO_WM_UNIT_VALUE" val="17"/>
  <p:tag name="KSO_WM_UNIT_HIGHLIGHT" val="0"/>
  <p:tag name="KSO_WM_UNIT_COMPATIBLE" val="0"/>
  <p:tag name="KSO_WM_UNIT_DIAGRAM_ISNUMVISUAL" val="0"/>
  <p:tag name="KSO_WM_UNIT_DIAGRAM_ISREFERUNIT" val="0"/>
  <p:tag name="KSO_WM_UNIT_TYPE" val="b"/>
  <p:tag name="KSO_WM_UNIT_INDEX" val="1"/>
  <p:tag name="KSO_WM_UNIT_ID" val="_10*b*1"/>
  <p:tag name="KSO_WM_UNIT_LAYERLEVEL" val="1"/>
  <p:tag name="KSO_WM_TAG_VERSION" val="1.0"/>
  <p:tag name="KSO_WM_BEAUTIFY_FLAG" val="#wm#"/>
  <p:tag name="KSO_WM_UNIT_CONTENT_GROUP_TYPE" val="titlestyle"/>
</p:tagLst>
</file>

<file path=ppt/tags/tag73.xml><?xml version="1.0" encoding="utf-8"?>
<p:tagLst xmlns:p="http://schemas.openxmlformats.org/presentationml/2006/main">
  <p:tag name="KSO_WM_UNIT_ISCONTENTSTITLE" val="0"/>
  <p:tag name="KSO_WM_UNIT_ISNUMDGMTITLE" val="0"/>
  <p:tag name="KSO_WM_UNIT_PRESET_TEXT" val="正文页-预设标题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10*a*1"/>
  <p:tag name="KSO_WM_UNIT_LAYERLEVEL" val="1"/>
  <p:tag name="KSO_WM_TAG_VERSION" val="1.0"/>
  <p:tag name="KSO_WM_BEAUTIFY_FLAG" val="#wm#"/>
  <p:tag name="KSO_WM_UNIT_CONTENT_GROUP_TYPE" val="titlestyle"/>
</p:tagLst>
</file>

<file path=ppt/tags/tag7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7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7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77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11*i*1"/>
  <p:tag name="KSO_WM_UNIT_LAYERLEVEL" val="1"/>
  <p:tag name="KSO_WM_TAG_VERSION" val="1.0"/>
  <p:tag name="KSO_WM_UNIT_TYPE" val="i"/>
  <p:tag name="KSO_WM_UNIT_INDEX" val="1"/>
</p:tagLst>
</file>

<file path=ppt/tags/tag78.xml><?xml version="1.0" encoding="utf-8"?>
<p:tagLst xmlns:p="http://schemas.openxmlformats.org/presentationml/2006/main">
  <p:tag name="KSO_WM_UNIT_FILL_FORE_SCHEMECOLOR_INDEX_BRIGHTNESS" val="0"/>
  <p:tag name="KSO_WM_UNIT_FILL_FORE_SCHEMECOLOR_INDEX" val="14"/>
  <p:tag name="KSO_WM_UNIT_FILL_TYPE" val="1"/>
  <p:tag name="KSO_WM_UNIT_SHADOW_SCHEMECOLOR_INDEX_BRIGHTNESS" val="-0.5"/>
  <p:tag name="KSO_WM_UNIT_SHADOW_SCHEMECOLOR_INDEX" val="14"/>
  <p:tag name="KSO_WM_UNIT_TEXT_FILL_FORE_SCHEMECOLOR_INDEX_BRIGHTNESS" val="0"/>
  <p:tag name="KSO_WM_UNIT_TEXT_FILL_FORE_SCHEMECOLOR_INDEX" val="2"/>
  <p:tag name="KSO_WM_UNIT_TEXT_FILL_TYPE" val="1"/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11*i*2"/>
  <p:tag name="KSO_WM_UNIT_LAYERLEVEL" val="1"/>
  <p:tag name="KSO_WM_TAG_VERSION" val="1.0"/>
  <p:tag name="KSO_WM_UNIT_TYPE" val="i"/>
  <p:tag name="KSO_WM_UNIT_INDEX" val="2"/>
</p:tagLst>
</file>

<file path=ppt/tags/tag79.xml><?xml version="1.0" encoding="utf-8"?>
<p:tagLst xmlns:p="http://schemas.openxmlformats.org/presentationml/2006/main">
  <p:tag name="KSO_WM_UNIT_FILL_FORE_SCHEMECOLOR_INDEX_BRIGHTNESS" val="0"/>
  <p:tag name="KSO_WM_UNIT_FILL_FORE_SCHEMECOLOR_INDEX" val="14"/>
  <p:tag name="KSO_WM_UNIT_FILL_TYPE" val="1"/>
  <p:tag name="KSO_WM_UNIT_SHADOW_SCHEMECOLOR_INDEX_BRIGHTNESS" val="-0.5"/>
  <p:tag name="KSO_WM_UNIT_SHADOW_SCHEMECOLOR_INDEX" val="14"/>
  <p:tag name="KSO_WM_UNIT_TEXT_FILL_FORE_SCHEMECOLOR_INDEX_BRIGHTNESS" val="0"/>
  <p:tag name="KSO_WM_UNIT_TEXT_FILL_FORE_SCHEMECOLOR_INDEX" val="2"/>
  <p:tag name="KSO_WM_UNIT_TEXT_FILL_TYPE" val="1"/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11*i*3"/>
  <p:tag name="KSO_WM_UNIT_LAYERLEVEL" val="1"/>
  <p:tag name="KSO_WM_TAG_VERSION" val="1.0"/>
  <p:tag name="KSO_WM_UNIT_TYPE" val="i"/>
  <p:tag name="KSO_WM_UNIT_INDEX" val="3"/>
</p:tagLst>
</file>

<file path=ppt/tags/tag80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11*i*4"/>
  <p:tag name="KSO_WM_UNIT_LAYERLEVEL" val="1"/>
  <p:tag name="KSO_WM_TAG_VERSION" val="1.0"/>
  <p:tag name="KSO_WM_UNIT_CONTENT_GROUP_TYPE" val="contentchip"/>
  <p:tag name="KSO_WM_UNIT_TYPE" val="i"/>
  <p:tag name="KSO_WM_UNIT_INDEX" val="4"/>
</p:tagLst>
</file>

<file path=ppt/tags/tag81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11*i*5"/>
  <p:tag name="KSO_WM_UNIT_LAYERLEVEL" val="1"/>
  <p:tag name="KSO_WM_TAG_VERSION" val="1.0"/>
  <p:tag name="KSO_WM_UNIT_TYPE" val="i"/>
  <p:tag name="KSO_WM_UNIT_INDEX" val="5"/>
</p:tagLst>
</file>

<file path=ppt/tags/tag82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11*i*6"/>
  <p:tag name="KSO_WM_UNIT_LAYERLEVEL" val="1"/>
  <p:tag name="KSO_WM_TAG_VERSION" val="1.0"/>
  <p:tag name="KSO_WM_UNIT_TYPE" val="i"/>
  <p:tag name="KSO_WM_UNIT_INDEX" val="6"/>
</p:tagLst>
</file>

<file path=ppt/tags/tag83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11*i*7"/>
  <p:tag name="KSO_WM_UNIT_LAYERLEVEL" val="1"/>
  <p:tag name="KSO_WM_TAG_VERSION" val="1.0"/>
  <p:tag name="KSO_WM_UNIT_TYPE" val="i"/>
  <p:tag name="KSO_WM_UNIT_INDEX" val="7"/>
</p:tagLst>
</file>

<file path=ppt/tags/tag84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11*i*8"/>
  <p:tag name="KSO_WM_UNIT_LAYERLEVEL" val="1"/>
  <p:tag name="KSO_WM_TAG_VERSION" val="1.0"/>
  <p:tag name="KSO_WM_UNIT_CONTENT_GROUP_TYPE" val="contentchip"/>
  <p:tag name="KSO_WM_UNIT_TYPE" val="i"/>
  <p:tag name="KSO_WM_UNIT_INDEX" val="8"/>
</p:tagLst>
</file>

<file path=ppt/tags/tag85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11*i*9"/>
  <p:tag name="KSO_WM_UNIT_LAYERLEVEL" val="1"/>
  <p:tag name="KSO_WM_TAG_VERSION" val="1.0"/>
  <p:tag name="KSO_WM_UNIT_CONTENT_GROUP_TYPE" val="contentchip"/>
  <p:tag name="KSO_WM_UNIT_TYPE" val="i"/>
  <p:tag name="KSO_WM_UNIT_INDEX" val="9"/>
</p:tagLst>
</file>

<file path=ppt/tags/tag86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11*i*10"/>
  <p:tag name="KSO_WM_UNIT_LAYERLEVEL" val="1"/>
  <p:tag name="KSO_WM_TAG_VERSION" val="1.0"/>
  <p:tag name="KSO_WM_UNIT_CONTENT_GROUP_TYPE" val="contentchip"/>
  <p:tag name="KSO_WM_UNIT_TYPE" val="i"/>
  <p:tag name="KSO_WM_UNIT_INDEX" val="10"/>
</p:tagLst>
</file>

<file path=ppt/tags/tag87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11*i*11"/>
  <p:tag name="KSO_WM_UNIT_LAYERLEVEL" val="1"/>
  <p:tag name="KSO_WM_TAG_VERSION" val="1.0"/>
  <p:tag name="KSO_WM_UNIT_TYPE" val="i"/>
  <p:tag name="KSO_WM_UNIT_INDEX" val="11"/>
</p:tagLst>
</file>

<file path=ppt/tags/tag88.xml><?xml version="1.0" encoding="utf-8"?>
<p:tagLst xmlns:p="http://schemas.openxmlformats.org/presentationml/2006/main">
  <p:tag name="KSO_WM_UNIT_SUBTYPE" val="b"/>
  <p:tag name="KSO_WM_UNIT_PRESET_TEXT" val="汇报人：稻小壳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11*f*1"/>
  <p:tag name="KSO_WM_UNIT_LAYERLEVEL" val="1"/>
  <p:tag name="KSO_WM_TAG_VERSION" val="1.0"/>
  <p:tag name="KSO_WM_BEAUTIFY_FLAG" val="#wm#"/>
</p:tagLst>
</file>

<file path=ppt/tags/tag89.xml><?xml version="1.0" encoding="utf-8"?>
<p:tagLst xmlns:p="http://schemas.openxmlformats.org/presentationml/2006/main">
  <p:tag name="KSO_WM_UNIT_ISCONTENTSTITLE" val="0"/>
  <p:tag name="KSO_WM_UNIT_ISNUMDGMTITLE" val="0"/>
  <p:tag name="KSO_WM_UNIT_PRESET_TEXT" val="THANK  YOU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11*a*1"/>
  <p:tag name="KSO_WM_UNIT_LAYERLEVEL" val="1"/>
  <p:tag name="KSO_WM_TAG_VERSION" val="1.0"/>
  <p:tag name="KSO_WM_BEAUTIFY_FLAG" val="#wm#"/>
</p:tagLst>
</file>

<file path=ppt/tags/tag9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9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9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93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0*i*1"/>
  <p:tag name="KSO_WM_UNIT_LAYERLEVEL" val="1"/>
  <p:tag name="KSO_WM_TAG_VERSION" val="1.0"/>
  <p:tag name="KSO_WM_UNIT_TYPE" val="i"/>
  <p:tag name="KSO_WM_UNIT_INDEX" val="1"/>
  <p:tag name="KSO_WM_UNIT_CONTENT_GROUP_TYPE" val="titlestyle"/>
</p:tagLst>
</file>

<file path=ppt/tags/tag9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9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9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9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30314"/>
</p:tagLst>
</file>

<file path=ppt/tags/tag9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30314"/>
</p:tagLst>
</file>

<file path=ppt/tags/tag99.xml><?xml version="1.0" encoding="utf-8"?>
<p:tagLst xmlns:p="http://schemas.openxmlformats.org/presentationml/2006/main">
  <p:tag name="KSO_WM_TEMPLATE_SUBCATEGORY" val="29"/>
  <p:tag name="KSO_WM_TEMPLATE_MASTER_TYPE" val="0"/>
  <p:tag name="KSO_WM_TEMPLATE_COLOR_TYPE" val="0"/>
  <p:tag name="KSO_WM_TAG_VERSION" val="1.0"/>
  <p:tag name="KSO_WM_BEAUTIFY_FLAG" val="#wm#"/>
  <p:tag name="KSO_WM_TEMPLATE_CATEGORY" val="custom"/>
  <p:tag name="KSO_WM_TEMPLATE_INDEX" val="20230314"/>
  <p:tag name="KSO_WM_SPECIAL_SOURCE" val="bdnull"/>
  <p:tag name="KSO_WM_TEMPLATE_THUMBS_INDEX" val="1、9"/>
</p:tagLst>
</file>

<file path=ppt/tags/tag100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101.xml><?xml version="1.0" encoding="utf-8"?>
<p:tagLst xmlns:p="http://schemas.openxmlformats.org/presentationml/2006/main">
  <p:tag name="KSO_WM_SLIDE_ID" val="custom20230314_8"/>
  <p:tag name="KSO_WM_TEMPLATE_SUBCATEGORY" val="29"/>
  <p:tag name="KSO_WM_TEMPLATE_MASTER_TYPE" val="0"/>
  <p:tag name="KSO_WM_TEMPLATE_COLOR_TYPE" val="0"/>
  <p:tag name="KSO_WM_SLIDE_ITEM_CNT" val="0"/>
  <p:tag name="KSO_WM_SLIDE_INDEX" val="8"/>
  <p:tag name="KSO_WM_TAG_VERSION" val="1.0"/>
  <p:tag name="KSO_WM_BEAUTIFY_FLAG" val="#wm#"/>
  <p:tag name="KSO_WM_TEMPLATE_CATEGORY" val="custom"/>
  <p:tag name="KSO_WM_TEMPLATE_INDEX" val="20230314"/>
  <p:tag name="KSO_WM_SLIDE_TYPE" val="text"/>
  <p:tag name="KSO_WM_SLIDE_SUBTYPE" val="pureTxt"/>
  <p:tag name="KSO_WM_SLIDE_SIZE" val="863*460"/>
  <p:tag name="KSO_WM_SLIDE_POSITION" val="47*31"/>
  <p:tag name="KSO_WM_SLIDE_LAYOUT" val="a_f"/>
  <p:tag name="KSO_WM_SLIDE_LAYOUT_CNT" val="1_1"/>
  <p:tag name="KSO_WM_SPECIAL_SOURCE" val="bdnull"/>
  <p:tag name="KSO_WM_SLIDE_LAYOUT_NAME" val="标题和内容"/>
</p:tagLst>
</file>

<file path=ppt/tags/tag102.xml><?xml version="1.0" encoding="utf-8"?>
<p:tagLst xmlns:p="http://schemas.openxmlformats.org/presentationml/2006/main">
  <p:tag name="KSO_WM_SLIDE_ID" val="custom20230314_8"/>
  <p:tag name="KSO_WM_TEMPLATE_SUBCATEGORY" val="29"/>
  <p:tag name="KSO_WM_TEMPLATE_MASTER_TYPE" val="0"/>
  <p:tag name="KSO_WM_TEMPLATE_COLOR_TYPE" val="0"/>
  <p:tag name="KSO_WM_SLIDE_ITEM_CNT" val="0"/>
  <p:tag name="KSO_WM_SLIDE_INDEX" val="8"/>
  <p:tag name="KSO_WM_TAG_VERSION" val="1.0"/>
  <p:tag name="KSO_WM_BEAUTIFY_FLAG" val="#wm#"/>
  <p:tag name="KSO_WM_TEMPLATE_CATEGORY" val="custom"/>
  <p:tag name="KSO_WM_TEMPLATE_INDEX" val="20230314"/>
  <p:tag name="KSO_WM_SLIDE_TYPE" val="text"/>
  <p:tag name="KSO_WM_SLIDE_SUBTYPE" val="pureTxt"/>
  <p:tag name="KSO_WM_SLIDE_SIZE" val="863*460"/>
  <p:tag name="KSO_WM_SLIDE_POSITION" val="47*31"/>
  <p:tag name="KSO_WM_SLIDE_LAYOUT" val="a_f"/>
  <p:tag name="KSO_WM_SLIDE_LAYOUT_CNT" val="1_1"/>
  <p:tag name="KSO_WM_SPECIAL_SOURCE" val="bdnull"/>
  <p:tag name="KSO_WM_SLIDE_LAYOUT_NAME" val="标题和内容"/>
</p:tagLst>
</file>

<file path=ppt/tags/tag103.xml><?xml version="1.0" encoding="utf-8"?>
<p:tagLst xmlns:p="http://schemas.openxmlformats.org/presentationml/2006/main">
  <p:tag name="KSO_WM_SLIDE_ID" val="custom20230314_8"/>
  <p:tag name="KSO_WM_TEMPLATE_SUBCATEGORY" val="29"/>
  <p:tag name="KSO_WM_TEMPLATE_MASTER_TYPE" val="0"/>
  <p:tag name="KSO_WM_TEMPLATE_COLOR_TYPE" val="0"/>
  <p:tag name="KSO_WM_SLIDE_ITEM_CNT" val="0"/>
  <p:tag name="KSO_WM_SLIDE_INDEX" val="8"/>
  <p:tag name="KSO_WM_TAG_VERSION" val="1.0"/>
  <p:tag name="KSO_WM_BEAUTIFY_FLAG" val="#wm#"/>
  <p:tag name="KSO_WM_TEMPLATE_CATEGORY" val="custom"/>
  <p:tag name="KSO_WM_TEMPLATE_INDEX" val="20230314"/>
  <p:tag name="KSO_WM_SLIDE_TYPE" val="text"/>
  <p:tag name="KSO_WM_SLIDE_SUBTYPE" val="pureTxt"/>
  <p:tag name="KSO_WM_SLIDE_SIZE" val="863*460"/>
  <p:tag name="KSO_WM_SLIDE_POSITION" val="47*31"/>
  <p:tag name="KSO_WM_SLIDE_LAYOUT" val="a_f"/>
  <p:tag name="KSO_WM_SLIDE_LAYOUT_CNT" val="1_1"/>
  <p:tag name="KSO_WM_SPECIAL_SOURCE" val="bdnull"/>
  <p:tag name="KSO_WM_SLIDE_LAYOUT_NAME" val="标题和内容"/>
</p:tagLst>
</file>

<file path=ppt/tags/tag104.xml><?xml version="1.0" encoding="utf-8"?>
<p:tagLst xmlns:p="http://schemas.openxmlformats.org/presentationml/2006/main">
  <p:tag name="KSO_WM_SLIDE_ID" val="custom20230314_8"/>
  <p:tag name="KSO_WM_TEMPLATE_SUBCATEGORY" val="29"/>
  <p:tag name="KSO_WM_TEMPLATE_MASTER_TYPE" val="0"/>
  <p:tag name="KSO_WM_TEMPLATE_COLOR_TYPE" val="0"/>
  <p:tag name="KSO_WM_SLIDE_ITEM_CNT" val="0"/>
  <p:tag name="KSO_WM_SLIDE_INDEX" val="8"/>
  <p:tag name="KSO_WM_TAG_VERSION" val="1.0"/>
  <p:tag name="KSO_WM_BEAUTIFY_FLAG" val="#wm#"/>
  <p:tag name="KSO_WM_TEMPLATE_CATEGORY" val="custom"/>
  <p:tag name="KSO_WM_TEMPLATE_INDEX" val="20230314"/>
  <p:tag name="KSO_WM_SLIDE_TYPE" val="text"/>
  <p:tag name="KSO_WM_SLIDE_SUBTYPE" val="pureTxt"/>
  <p:tag name="KSO_WM_SLIDE_SIZE" val="863*460"/>
  <p:tag name="KSO_WM_SLIDE_POSITION" val="47*31"/>
  <p:tag name="KSO_WM_SLIDE_LAYOUT" val="a_f"/>
  <p:tag name="KSO_WM_SLIDE_LAYOUT_CNT" val="1_1"/>
  <p:tag name="KSO_WM_SPECIAL_SOURCE" val="bdnull"/>
  <p:tag name="KSO_WM_SLIDE_LAYOUT_NAME" val="标题和内容"/>
</p:tagLst>
</file>

<file path=ppt/tags/tag105.xml><?xml version="1.0" encoding="utf-8"?>
<p:tagLst xmlns:p="http://schemas.openxmlformats.org/presentationml/2006/main">
  <p:tag name="KSO_WM_SLIDE_ID" val="custom20230314_8"/>
  <p:tag name="KSO_WM_TEMPLATE_SUBCATEGORY" val="29"/>
  <p:tag name="KSO_WM_TEMPLATE_MASTER_TYPE" val="0"/>
  <p:tag name="KSO_WM_TEMPLATE_COLOR_TYPE" val="0"/>
  <p:tag name="KSO_WM_SLIDE_ITEM_CNT" val="0"/>
  <p:tag name="KSO_WM_SLIDE_INDEX" val="8"/>
  <p:tag name="KSO_WM_TAG_VERSION" val="1.0"/>
  <p:tag name="KSO_WM_BEAUTIFY_FLAG" val="#wm#"/>
  <p:tag name="KSO_WM_TEMPLATE_CATEGORY" val="custom"/>
  <p:tag name="KSO_WM_TEMPLATE_INDEX" val="20230314"/>
  <p:tag name="KSO_WM_SLIDE_TYPE" val="text"/>
  <p:tag name="KSO_WM_SLIDE_SUBTYPE" val="pureTxt"/>
  <p:tag name="KSO_WM_SLIDE_SIZE" val="863*460"/>
  <p:tag name="KSO_WM_SLIDE_POSITION" val="47*31"/>
  <p:tag name="KSO_WM_SLIDE_LAYOUT" val="a_f"/>
  <p:tag name="KSO_WM_SLIDE_LAYOUT_CNT" val="1_1"/>
  <p:tag name="KSO_WM_SPECIAL_SOURCE" val="bdnull"/>
  <p:tag name="KSO_WM_SLIDE_LAYOUT_NAME" val="标题和内容"/>
</p:tagLst>
</file>

<file path=ppt/tags/tag106.xml><?xml version="1.0" encoding="utf-8"?>
<p:tagLst xmlns:p="http://schemas.openxmlformats.org/presentationml/2006/main">
  <p:tag name="KSO_WM_SLIDE_ID" val="custom20230314_8"/>
  <p:tag name="KSO_WM_TEMPLATE_SUBCATEGORY" val="29"/>
  <p:tag name="KSO_WM_TEMPLATE_MASTER_TYPE" val="0"/>
  <p:tag name="KSO_WM_TEMPLATE_COLOR_TYPE" val="0"/>
  <p:tag name="KSO_WM_SLIDE_ITEM_CNT" val="0"/>
  <p:tag name="KSO_WM_SLIDE_INDEX" val="8"/>
  <p:tag name="KSO_WM_TAG_VERSION" val="1.0"/>
  <p:tag name="KSO_WM_BEAUTIFY_FLAG" val="#wm#"/>
  <p:tag name="KSO_WM_TEMPLATE_CATEGORY" val="custom"/>
  <p:tag name="KSO_WM_TEMPLATE_INDEX" val="20230314"/>
  <p:tag name="KSO_WM_SLIDE_TYPE" val="text"/>
  <p:tag name="KSO_WM_SLIDE_SUBTYPE" val="pureTxt"/>
  <p:tag name="KSO_WM_SLIDE_SIZE" val="863*460"/>
  <p:tag name="KSO_WM_SLIDE_POSITION" val="47*31"/>
  <p:tag name="KSO_WM_SLIDE_LAYOUT" val="a_f"/>
  <p:tag name="KSO_WM_SLIDE_LAYOUT_CNT" val="1_1"/>
  <p:tag name="KSO_WM_SPECIAL_SOURCE" val="bdnull"/>
  <p:tag name="KSO_WM_SLIDE_LAYOUT_NAME" val="标题和内容"/>
</p:tagLst>
</file>

<file path=ppt/tags/tag107.xml><?xml version="1.0" encoding="utf-8"?>
<p:tagLst xmlns:p="http://schemas.openxmlformats.org/presentationml/2006/main">
  <p:tag name="KSO_WM_SLIDE_ID" val="custom20230314_8"/>
  <p:tag name="KSO_WM_TEMPLATE_SUBCATEGORY" val="29"/>
  <p:tag name="KSO_WM_TEMPLATE_MASTER_TYPE" val="0"/>
  <p:tag name="KSO_WM_TEMPLATE_COLOR_TYPE" val="0"/>
  <p:tag name="KSO_WM_SLIDE_ITEM_CNT" val="0"/>
  <p:tag name="KSO_WM_SLIDE_INDEX" val="8"/>
  <p:tag name="KSO_WM_TAG_VERSION" val="1.0"/>
  <p:tag name="KSO_WM_BEAUTIFY_FLAG" val="#wm#"/>
  <p:tag name="KSO_WM_TEMPLATE_CATEGORY" val="custom"/>
  <p:tag name="KSO_WM_TEMPLATE_INDEX" val="20230314"/>
  <p:tag name="KSO_WM_SLIDE_TYPE" val="text"/>
  <p:tag name="KSO_WM_SLIDE_SUBTYPE" val="pureTxt"/>
  <p:tag name="KSO_WM_SLIDE_SIZE" val="863*460"/>
  <p:tag name="KSO_WM_SLIDE_POSITION" val="47*31"/>
  <p:tag name="KSO_WM_SLIDE_LAYOUT" val="a_f"/>
  <p:tag name="KSO_WM_SLIDE_LAYOUT_CNT" val="1_1"/>
  <p:tag name="KSO_WM_SPECIAL_SOURCE" val="bdnull"/>
  <p:tag name="KSO_WM_SLIDE_LAYOUT_NAME" val="标题和内容"/>
</p:tagLst>
</file>

<file path=ppt/tags/tag108.xml><?xml version="1.0" encoding="utf-8"?>
<p:tagLst xmlns:p="http://schemas.openxmlformats.org/presentationml/2006/main">
  <p:tag name="KSO_WM_SLIDE_ID" val="custom20230314_8"/>
  <p:tag name="KSO_WM_TEMPLATE_SUBCATEGORY" val="29"/>
  <p:tag name="KSO_WM_TEMPLATE_MASTER_TYPE" val="0"/>
  <p:tag name="KSO_WM_TEMPLATE_COLOR_TYPE" val="0"/>
  <p:tag name="KSO_WM_SLIDE_ITEM_CNT" val="0"/>
  <p:tag name="KSO_WM_SLIDE_INDEX" val="8"/>
  <p:tag name="KSO_WM_TAG_VERSION" val="1.0"/>
  <p:tag name="KSO_WM_BEAUTIFY_FLAG" val="#wm#"/>
  <p:tag name="KSO_WM_TEMPLATE_CATEGORY" val="custom"/>
  <p:tag name="KSO_WM_TEMPLATE_INDEX" val="20230314"/>
  <p:tag name="KSO_WM_SLIDE_TYPE" val="text"/>
  <p:tag name="KSO_WM_SLIDE_SUBTYPE" val="pureTxt"/>
  <p:tag name="KSO_WM_SLIDE_SIZE" val="863*460"/>
  <p:tag name="KSO_WM_SLIDE_POSITION" val="47*31"/>
  <p:tag name="KSO_WM_SLIDE_LAYOUT" val="a_f"/>
  <p:tag name="KSO_WM_SLIDE_LAYOUT_CNT" val="1_1"/>
  <p:tag name="KSO_WM_SPECIAL_SOURCE" val="bdnull"/>
  <p:tag name="KSO_WM_SLIDE_LAYOUT_NAME" val="标题和内容"/>
</p:tagLst>
</file>

<file path=ppt/tags/tag109.xml><?xml version="1.0" encoding="utf-8"?>
<p:tagLst xmlns:p="http://schemas.openxmlformats.org/presentationml/2006/main">
  <p:tag name="KSO_WM_SLIDE_ID" val="custom20230314_8"/>
  <p:tag name="KSO_WM_TEMPLATE_SUBCATEGORY" val="29"/>
  <p:tag name="KSO_WM_TEMPLATE_MASTER_TYPE" val="0"/>
  <p:tag name="KSO_WM_TEMPLATE_COLOR_TYPE" val="0"/>
  <p:tag name="KSO_WM_SLIDE_ITEM_CNT" val="0"/>
  <p:tag name="KSO_WM_SLIDE_INDEX" val="8"/>
  <p:tag name="KSO_WM_TAG_VERSION" val="1.0"/>
  <p:tag name="KSO_WM_BEAUTIFY_FLAG" val="#wm#"/>
  <p:tag name="KSO_WM_TEMPLATE_CATEGORY" val="custom"/>
  <p:tag name="KSO_WM_TEMPLATE_INDEX" val="20230314"/>
  <p:tag name="KSO_WM_SLIDE_TYPE" val="text"/>
  <p:tag name="KSO_WM_SLIDE_SUBTYPE" val="pureTxt"/>
  <p:tag name="KSO_WM_SLIDE_SIZE" val="863*460"/>
  <p:tag name="KSO_WM_SLIDE_POSITION" val="47*31"/>
  <p:tag name="KSO_WM_SLIDE_LAYOUT" val="a_f"/>
  <p:tag name="KSO_WM_SLIDE_LAYOUT_CNT" val="1_1"/>
  <p:tag name="KSO_WM_SPECIAL_SOURCE" val="bdnull"/>
  <p:tag name="KSO_WM_SLIDE_LAYOUT_NAME" val="标题和内容"/>
</p:tagLst>
</file>

<file path=ppt/tags/tag110.xml><?xml version="1.0" encoding="utf-8"?>
<p:tagLst xmlns:p="http://schemas.openxmlformats.org/presentationml/2006/main">
  <p:tag name="KSO_WM_SLIDE_ID" val="custom20230314_8"/>
  <p:tag name="KSO_WM_TEMPLATE_SUBCATEGORY" val="29"/>
  <p:tag name="KSO_WM_TEMPLATE_MASTER_TYPE" val="0"/>
  <p:tag name="KSO_WM_TEMPLATE_COLOR_TYPE" val="0"/>
  <p:tag name="KSO_WM_SLIDE_ITEM_CNT" val="0"/>
  <p:tag name="KSO_WM_SLIDE_INDEX" val="8"/>
  <p:tag name="KSO_WM_TAG_VERSION" val="1.0"/>
  <p:tag name="KSO_WM_BEAUTIFY_FLAG" val="#wm#"/>
  <p:tag name="KSO_WM_TEMPLATE_CATEGORY" val="custom"/>
  <p:tag name="KSO_WM_TEMPLATE_INDEX" val="20230314"/>
  <p:tag name="KSO_WM_SLIDE_TYPE" val="text"/>
  <p:tag name="KSO_WM_SLIDE_SUBTYPE" val="pureTxt"/>
  <p:tag name="KSO_WM_SLIDE_SIZE" val="863*460"/>
  <p:tag name="KSO_WM_SLIDE_POSITION" val="47*31"/>
  <p:tag name="KSO_WM_SLIDE_LAYOUT" val="a_f"/>
  <p:tag name="KSO_WM_SLIDE_LAYOUT_CNT" val="1_1"/>
  <p:tag name="KSO_WM_SPECIAL_SOURCE" val="bdnull"/>
  <p:tag name="KSO_WM_SLIDE_LAYOUT_NAME" val="标题和内容"/>
</p:tagLst>
</file>

<file path=ppt/tags/tag111.xml><?xml version="1.0" encoding="utf-8"?>
<p:tagLst xmlns:p="http://schemas.openxmlformats.org/presentationml/2006/main">
  <p:tag name="KSO_WM_SLIDE_ID" val="custom20230314_8"/>
  <p:tag name="KSO_WM_TEMPLATE_SUBCATEGORY" val="29"/>
  <p:tag name="KSO_WM_TEMPLATE_MASTER_TYPE" val="0"/>
  <p:tag name="KSO_WM_TEMPLATE_COLOR_TYPE" val="0"/>
  <p:tag name="KSO_WM_SLIDE_ITEM_CNT" val="0"/>
  <p:tag name="KSO_WM_SLIDE_INDEX" val="8"/>
  <p:tag name="KSO_WM_TAG_VERSION" val="1.0"/>
  <p:tag name="KSO_WM_BEAUTIFY_FLAG" val="#wm#"/>
  <p:tag name="KSO_WM_TEMPLATE_CATEGORY" val="custom"/>
  <p:tag name="KSO_WM_TEMPLATE_INDEX" val="20230314"/>
  <p:tag name="KSO_WM_SLIDE_TYPE" val="text"/>
  <p:tag name="KSO_WM_SLIDE_SUBTYPE" val="pureTxt"/>
  <p:tag name="KSO_WM_SLIDE_SIZE" val="863*460"/>
  <p:tag name="KSO_WM_SLIDE_POSITION" val="47*31"/>
  <p:tag name="KSO_WM_SLIDE_LAYOUT" val="a_f"/>
  <p:tag name="KSO_WM_SLIDE_LAYOUT_CNT" val="1_1"/>
  <p:tag name="KSO_WM_SPECIAL_SOURCE" val="bdnull"/>
  <p:tag name="KSO_WM_SLIDE_LAYOUT_NAME" val="标题和内容"/>
</p:tagLst>
</file>

<file path=ppt/tags/tag112.xml><?xml version="1.0" encoding="utf-8"?>
<p:tagLst xmlns:p="http://schemas.openxmlformats.org/presentationml/2006/main">
  <p:tag name="KSO_WM_SLIDE_ID" val="custom20230314_8"/>
  <p:tag name="KSO_WM_TEMPLATE_SUBCATEGORY" val="29"/>
  <p:tag name="KSO_WM_TEMPLATE_MASTER_TYPE" val="0"/>
  <p:tag name="KSO_WM_TEMPLATE_COLOR_TYPE" val="0"/>
  <p:tag name="KSO_WM_SLIDE_ITEM_CNT" val="0"/>
  <p:tag name="KSO_WM_SLIDE_INDEX" val="8"/>
  <p:tag name="KSO_WM_TAG_VERSION" val="1.0"/>
  <p:tag name="KSO_WM_BEAUTIFY_FLAG" val="#wm#"/>
  <p:tag name="KSO_WM_TEMPLATE_CATEGORY" val="custom"/>
  <p:tag name="KSO_WM_TEMPLATE_INDEX" val="20230314"/>
  <p:tag name="KSO_WM_SLIDE_TYPE" val="text"/>
  <p:tag name="KSO_WM_SLIDE_SUBTYPE" val="pureTxt"/>
  <p:tag name="KSO_WM_SLIDE_SIZE" val="863*460"/>
  <p:tag name="KSO_WM_SLIDE_POSITION" val="47*31"/>
  <p:tag name="KSO_WM_SLIDE_LAYOUT" val="a_f"/>
  <p:tag name="KSO_WM_SLIDE_LAYOUT_CNT" val="1_1"/>
  <p:tag name="KSO_WM_SPECIAL_SOURCE" val="bdnull"/>
  <p:tag name="KSO_WM_SLIDE_LAYOUT_NAME" val="标题和内容"/>
</p:tagLst>
</file>

<file path=ppt/tags/tag113.xml><?xml version="1.0" encoding="utf-8"?>
<p:tagLst xmlns:p="http://schemas.openxmlformats.org/presentationml/2006/main">
  <p:tag name="KSO_WM_SLIDE_ID" val="custom20230314_8"/>
  <p:tag name="KSO_WM_TEMPLATE_SUBCATEGORY" val="29"/>
  <p:tag name="KSO_WM_TEMPLATE_MASTER_TYPE" val="0"/>
  <p:tag name="KSO_WM_TEMPLATE_COLOR_TYPE" val="0"/>
  <p:tag name="KSO_WM_SLIDE_ITEM_CNT" val="0"/>
  <p:tag name="KSO_WM_SLIDE_INDEX" val="8"/>
  <p:tag name="KSO_WM_TAG_VERSION" val="1.0"/>
  <p:tag name="KSO_WM_BEAUTIFY_FLAG" val="#wm#"/>
  <p:tag name="KSO_WM_TEMPLATE_CATEGORY" val="custom"/>
  <p:tag name="KSO_WM_TEMPLATE_INDEX" val="20230314"/>
  <p:tag name="KSO_WM_SLIDE_TYPE" val="text"/>
  <p:tag name="KSO_WM_SLIDE_SUBTYPE" val="pureTxt"/>
  <p:tag name="KSO_WM_SLIDE_SIZE" val="863*460"/>
  <p:tag name="KSO_WM_SLIDE_POSITION" val="47*31"/>
  <p:tag name="KSO_WM_SLIDE_LAYOUT" val="a_f"/>
  <p:tag name="KSO_WM_SLIDE_LAYOUT_CNT" val="1_1"/>
  <p:tag name="KSO_WM_SPECIAL_SOURCE" val="bdnull"/>
  <p:tag name="KSO_WM_SLIDE_LAYOUT_NAME" val="标题和内容"/>
</p:tagLst>
</file>

<file path=ppt/tags/tag114.xml><?xml version="1.0" encoding="utf-8"?>
<p:tagLst xmlns:p="http://schemas.openxmlformats.org/presentationml/2006/main">
  <p:tag name="KSO_WM_SLIDE_ID" val="custom20230314_8"/>
  <p:tag name="KSO_WM_TEMPLATE_SUBCATEGORY" val="29"/>
  <p:tag name="KSO_WM_TEMPLATE_MASTER_TYPE" val="0"/>
  <p:tag name="KSO_WM_TEMPLATE_COLOR_TYPE" val="0"/>
  <p:tag name="KSO_WM_SLIDE_ITEM_CNT" val="0"/>
  <p:tag name="KSO_WM_SLIDE_INDEX" val="8"/>
  <p:tag name="KSO_WM_TAG_VERSION" val="1.0"/>
  <p:tag name="KSO_WM_BEAUTIFY_FLAG" val="#wm#"/>
  <p:tag name="KSO_WM_TEMPLATE_CATEGORY" val="custom"/>
  <p:tag name="KSO_WM_TEMPLATE_INDEX" val="20230314"/>
  <p:tag name="KSO_WM_SLIDE_TYPE" val="text"/>
  <p:tag name="KSO_WM_SLIDE_SUBTYPE" val="pureTxt"/>
  <p:tag name="KSO_WM_SLIDE_SIZE" val="863*460"/>
  <p:tag name="KSO_WM_SLIDE_POSITION" val="47*31"/>
  <p:tag name="KSO_WM_SLIDE_LAYOUT" val="a_f"/>
  <p:tag name="KSO_WM_SLIDE_LAYOUT_CNT" val="1_1"/>
  <p:tag name="KSO_WM_SPECIAL_SOURCE" val="bdnull"/>
  <p:tag name="KSO_WM_SLIDE_LAYOUT_NAME" val="标题和内容"/>
</p:tagLst>
</file>

<file path=ppt/tags/tag115.xml><?xml version="1.0" encoding="utf-8"?>
<p:tagLst xmlns:p="http://schemas.openxmlformats.org/presentationml/2006/main">
  <p:tag name="KSO_WM_SLIDE_ID" val="custom20230314_8"/>
  <p:tag name="KSO_WM_TEMPLATE_SUBCATEGORY" val="29"/>
  <p:tag name="KSO_WM_TEMPLATE_MASTER_TYPE" val="0"/>
  <p:tag name="KSO_WM_TEMPLATE_COLOR_TYPE" val="0"/>
  <p:tag name="KSO_WM_SLIDE_ITEM_CNT" val="0"/>
  <p:tag name="KSO_WM_SLIDE_INDEX" val="8"/>
  <p:tag name="KSO_WM_TAG_VERSION" val="1.0"/>
  <p:tag name="KSO_WM_BEAUTIFY_FLAG" val="#wm#"/>
  <p:tag name="KSO_WM_TEMPLATE_CATEGORY" val="custom"/>
  <p:tag name="KSO_WM_TEMPLATE_INDEX" val="20230314"/>
  <p:tag name="KSO_WM_SLIDE_TYPE" val="text"/>
  <p:tag name="KSO_WM_SLIDE_SUBTYPE" val="pureTxt"/>
  <p:tag name="KSO_WM_SLIDE_SIZE" val="863*460"/>
  <p:tag name="KSO_WM_SLIDE_POSITION" val="47*31"/>
  <p:tag name="KSO_WM_SLIDE_LAYOUT" val="a_f"/>
  <p:tag name="KSO_WM_SLIDE_LAYOUT_CNT" val="1_1"/>
  <p:tag name="KSO_WM_SPECIAL_SOURCE" val="bdnull"/>
  <p:tag name="KSO_WM_SLIDE_LAYOUT_NAME" val="标题和内容"/>
</p:tagLst>
</file>

<file path=ppt/tags/tag116.xml><?xml version="1.0" encoding="utf-8"?>
<p:tagLst xmlns:p="http://schemas.openxmlformats.org/presentationml/2006/main">
  <p:tag name="KSO_WM_SLIDE_ID" val="custom20230314_8"/>
  <p:tag name="KSO_WM_TEMPLATE_SUBCATEGORY" val="29"/>
  <p:tag name="KSO_WM_TEMPLATE_MASTER_TYPE" val="0"/>
  <p:tag name="KSO_WM_TEMPLATE_COLOR_TYPE" val="0"/>
  <p:tag name="KSO_WM_SLIDE_ITEM_CNT" val="0"/>
  <p:tag name="KSO_WM_SLIDE_INDEX" val="8"/>
  <p:tag name="KSO_WM_TAG_VERSION" val="1.0"/>
  <p:tag name="KSO_WM_BEAUTIFY_FLAG" val="#wm#"/>
  <p:tag name="KSO_WM_TEMPLATE_CATEGORY" val="custom"/>
  <p:tag name="KSO_WM_TEMPLATE_INDEX" val="20230314"/>
  <p:tag name="KSO_WM_SLIDE_TYPE" val="text"/>
  <p:tag name="KSO_WM_SLIDE_SUBTYPE" val="pureTxt"/>
  <p:tag name="KSO_WM_SLIDE_SIZE" val="863*460"/>
  <p:tag name="KSO_WM_SLIDE_POSITION" val="47*31"/>
  <p:tag name="KSO_WM_SLIDE_LAYOUT" val="a_f"/>
  <p:tag name="KSO_WM_SLIDE_LAYOUT_CNT" val="1_1"/>
  <p:tag name="KSO_WM_SPECIAL_SOURCE" val="bdnull"/>
  <p:tag name="KSO_WM_SLIDE_LAYOUT_NAME" val="标题和内容"/>
</p:tagLst>
</file>

<file path=ppt/tags/tag117.xml><?xml version="1.0" encoding="utf-8"?>
<p:tagLst xmlns:p="http://schemas.openxmlformats.org/presentationml/2006/main">
  <p:tag name="KSO_WM_SLIDE_ID" val="custom20230314_8"/>
  <p:tag name="KSO_WM_TEMPLATE_SUBCATEGORY" val="29"/>
  <p:tag name="KSO_WM_TEMPLATE_MASTER_TYPE" val="0"/>
  <p:tag name="KSO_WM_TEMPLATE_COLOR_TYPE" val="0"/>
  <p:tag name="KSO_WM_SLIDE_ITEM_CNT" val="0"/>
  <p:tag name="KSO_WM_SLIDE_INDEX" val="8"/>
  <p:tag name="KSO_WM_TAG_VERSION" val="1.0"/>
  <p:tag name="KSO_WM_BEAUTIFY_FLAG" val="#wm#"/>
  <p:tag name="KSO_WM_TEMPLATE_CATEGORY" val="custom"/>
  <p:tag name="KSO_WM_TEMPLATE_INDEX" val="20230314"/>
  <p:tag name="KSO_WM_SLIDE_TYPE" val="text"/>
  <p:tag name="KSO_WM_SLIDE_SUBTYPE" val="pureTxt"/>
  <p:tag name="KSO_WM_SLIDE_SIZE" val="863*460"/>
  <p:tag name="KSO_WM_SLIDE_POSITION" val="47*31"/>
  <p:tag name="KSO_WM_SLIDE_LAYOUT" val="a_f"/>
  <p:tag name="KSO_WM_SLIDE_LAYOUT_CNT" val="1_1"/>
  <p:tag name="KSO_WM_SPECIAL_SOURCE" val="bdnull"/>
  <p:tag name="KSO_WM_SLIDE_LAYOUT_NAME" val="标题和内容"/>
</p:tagLst>
</file>

<file path=ppt/tags/tag118.xml><?xml version="1.0" encoding="utf-8"?>
<p:tagLst xmlns:p="http://schemas.openxmlformats.org/presentationml/2006/main">
  <p:tag name="KSO_WM_SLIDE_ID" val="custom20230314_8"/>
  <p:tag name="KSO_WM_TEMPLATE_SUBCATEGORY" val="29"/>
  <p:tag name="KSO_WM_TEMPLATE_MASTER_TYPE" val="0"/>
  <p:tag name="KSO_WM_TEMPLATE_COLOR_TYPE" val="0"/>
  <p:tag name="KSO_WM_SLIDE_ITEM_CNT" val="0"/>
  <p:tag name="KSO_WM_SLIDE_INDEX" val="8"/>
  <p:tag name="KSO_WM_TAG_VERSION" val="1.0"/>
  <p:tag name="KSO_WM_BEAUTIFY_FLAG" val="#wm#"/>
  <p:tag name="KSO_WM_TEMPLATE_CATEGORY" val="custom"/>
  <p:tag name="KSO_WM_TEMPLATE_INDEX" val="20230314"/>
  <p:tag name="KSO_WM_SLIDE_TYPE" val="text"/>
  <p:tag name="KSO_WM_SLIDE_SUBTYPE" val="pureTxt"/>
  <p:tag name="KSO_WM_SLIDE_SIZE" val="863*460"/>
  <p:tag name="KSO_WM_SLIDE_POSITION" val="47*31"/>
  <p:tag name="KSO_WM_SLIDE_LAYOUT" val="a_f"/>
  <p:tag name="KSO_WM_SLIDE_LAYOUT_CNT" val="1_1"/>
  <p:tag name="KSO_WM_SPECIAL_SOURCE" val="bdnull"/>
  <p:tag name="KSO_WM_SLIDE_LAYOUT_NAME" val="标题和内容"/>
</p:tagLst>
</file>

<file path=ppt/tags/tag119.xml><?xml version="1.0" encoding="utf-8"?>
<p:tagLst xmlns:p="http://schemas.openxmlformats.org/presentationml/2006/main">
  <p:tag name="KSO_WM_SLIDE_ID" val="custom20230314_8"/>
  <p:tag name="KSO_WM_TEMPLATE_SUBCATEGORY" val="29"/>
  <p:tag name="KSO_WM_TEMPLATE_MASTER_TYPE" val="0"/>
  <p:tag name="KSO_WM_TEMPLATE_COLOR_TYPE" val="0"/>
  <p:tag name="KSO_WM_SLIDE_ITEM_CNT" val="0"/>
  <p:tag name="KSO_WM_SLIDE_INDEX" val="8"/>
  <p:tag name="KSO_WM_TAG_VERSION" val="1.0"/>
  <p:tag name="KSO_WM_BEAUTIFY_FLAG" val="#wm#"/>
  <p:tag name="KSO_WM_TEMPLATE_CATEGORY" val="custom"/>
  <p:tag name="KSO_WM_TEMPLATE_INDEX" val="20230314"/>
  <p:tag name="KSO_WM_SLIDE_TYPE" val="text"/>
  <p:tag name="KSO_WM_SLIDE_SUBTYPE" val="pureTxt"/>
  <p:tag name="KSO_WM_SLIDE_SIZE" val="863*460"/>
  <p:tag name="KSO_WM_SLIDE_POSITION" val="47*31"/>
  <p:tag name="KSO_WM_SLIDE_LAYOUT" val="a_f"/>
  <p:tag name="KSO_WM_SLIDE_LAYOUT_CNT" val="1_1"/>
  <p:tag name="KSO_WM_SPECIAL_SOURCE" val="bdnull"/>
  <p:tag name="KSO_WM_SLIDE_LAYOUT_NAME" val="标题和内容"/>
</p:tagLst>
</file>

<file path=ppt/tags/tag120.xml><?xml version="1.0" encoding="utf-8"?>
<p:tagLst xmlns:p="http://schemas.openxmlformats.org/presentationml/2006/main">
  <p:tag name="KSO_WM_SLIDE_ID" val="custom20230314_8"/>
  <p:tag name="KSO_WM_TEMPLATE_SUBCATEGORY" val="29"/>
  <p:tag name="KSO_WM_TEMPLATE_MASTER_TYPE" val="0"/>
  <p:tag name="KSO_WM_TEMPLATE_COLOR_TYPE" val="0"/>
  <p:tag name="KSO_WM_SLIDE_ITEM_CNT" val="0"/>
  <p:tag name="KSO_WM_SLIDE_INDEX" val="8"/>
  <p:tag name="KSO_WM_TAG_VERSION" val="1.0"/>
  <p:tag name="KSO_WM_BEAUTIFY_FLAG" val="#wm#"/>
  <p:tag name="KSO_WM_TEMPLATE_CATEGORY" val="custom"/>
  <p:tag name="KSO_WM_TEMPLATE_INDEX" val="20230314"/>
  <p:tag name="KSO_WM_SLIDE_TYPE" val="text"/>
  <p:tag name="KSO_WM_SLIDE_SUBTYPE" val="pureTxt"/>
  <p:tag name="KSO_WM_SLIDE_SIZE" val="863*460"/>
  <p:tag name="KSO_WM_SLIDE_POSITION" val="47*31"/>
  <p:tag name="KSO_WM_SLIDE_LAYOUT" val="a_f"/>
  <p:tag name="KSO_WM_SLIDE_LAYOUT_CNT" val="1_1"/>
  <p:tag name="KSO_WM_SPECIAL_SOURCE" val="bdnull"/>
  <p:tag name="KSO_WM_SLIDE_LAYOUT_NAME" val="标题和内容"/>
</p:tagLst>
</file>

<file path=ppt/tags/tag121.xml><?xml version="1.0" encoding="utf-8"?>
<p:tagLst xmlns:p="http://schemas.openxmlformats.org/presentationml/2006/main">
  <p:tag name="KSO_WM_SLIDE_ID" val="custom20230314_8"/>
  <p:tag name="KSO_WM_TEMPLATE_SUBCATEGORY" val="29"/>
  <p:tag name="KSO_WM_TEMPLATE_MASTER_TYPE" val="0"/>
  <p:tag name="KSO_WM_TEMPLATE_COLOR_TYPE" val="0"/>
  <p:tag name="KSO_WM_SLIDE_ITEM_CNT" val="0"/>
  <p:tag name="KSO_WM_SLIDE_INDEX" val="8"/>
  <p:tag name="KSO_WM_TAG_VERSION" val="1.0"/>
  <p:tag name="KSO_WM_BEAUTIFY_FLAG" val="#wm#"/>
  <p:tag name="KSO_WM_TEMPLATE_CATEGORY" val="custom"/>
  <p:tag name="KSO_WM_TEMPLATE_INDEX" val="20230314"/>
  <p:tag name="KSO_WM_SLIDE_TYPE" val="text"/>
  <p:tag name="KSO_WM_SLIDE_SUBTYPE" val="pureTxt"/>
  <p:tag name="KSO_WM_SLIDE_SIZE" val="863*460"/>
  <p:tag name="KSO_WM_SLIDE_POSITION" val="47*31"/>
  <p:tag name="KSO_WM_SLIDE_LAYOUT" val="a_f"/>
  <p:tag name="KSO_WM_SLIDE_LAYOUT_CNT" val="1_1"/>
  <p:tag name="KSO_WM_SPECIAL_SOURCE" val="bdnull"/>
  <p:tag name="KSO_WM_SLIDE_LAYOUT_NAME" val="标题和内容"/>
</p:tagLst>
</file>

<file path=ppt/tags/tag122.xml><?xml version="1.0" encoding="utf-8"?>
<p:tagLst xmlns:p="http://schemas.openxmlformats.org/presentationml/2006/main">
  <p:tag name="KSO_WM_SLIDE_ID" val="custom20230314_8"/>
  <p:tag name="KSO_WM_TEMPLATE_SUBCATEGORY" val="29"/>
  <p:tag name="KSO_WM_TEMPLATE_MASTER_TYPE" val="0"/>
  <p:tag name="KSO_WM_TEMPLATE_COLOR_TYPE" val="0"/>
  <p:tag name="KSO_WM_SLIDE_ITEM_CNT" val="0"/>
  <p:tag name="KSO_WM_SLIDE_INDEX" val="8"/>
  <p:tag name="KSO_WM_TAG_VERSION" val="1.0"/>
  <p:tag name="KSO_WM_BEAUTIFY_FLAG" val="#wm#"/>
  <p:tag name="KSO_WM_TEMPLATE_CATEGORY" val="custom"/>
  <p:tag name="KSO_WM_TEMPLATE_INDEX" val="20230314"/>
  <p:tag name="KSO_WM_SLIDE_TYPE" val="text"/>
  <p:tag name="KSO_WM_SLIDE_SUBTYPE" val="pureTxt"/>
  <p:tag name="KSO_WM_SLIDE_SIZE" val="863*460"/>
  <p:tag name="KSO_WM_SLIDE_POSITION" val="47*31"/>
  <p:tag name="KSO_WM_SLIDE_LAYOUT" val="a_f"/>
  <p:tag name="KSO_WM_SLIDE_LAYOUT_CNT" val="1_1"/>
  <p:tag name="KSO_WM_SPECIAL_SOURCE" val="bdnull"/>
  <p:tag name="KSO_WM_SLIDE_LAYOUT_NAME" val="标题和内容"/>
</p:tagLst>
</file>

<file path=ppt/tags/tag123.xml><?xml version="1.0" encoding="utf-8"?>
<p:tagLst xmlns:p="http://schemas.openxmlformats.org/presentationml/2006/main">
  <p:tag name="KSO_WM_SLIDE_ID" val="custom20230314_8"/>
  <p:tag name="KSO_WM_TEMPLATE_SUBCATEGORY" val="29"/>
  <p:tag name="KSO_WM_TEMPLATE_MASTER_TYPE" val="0"/>
  <p:tag name="KSO_WM_TEMPLATE_COLOR_TYPE" val="0"/>
  <p:tag name="KSO_WM_SLIDE_ITEM_CNT" val="0"/>
  <p:tag name="KSO_WM_SLIDE_INDEX" val="8"/>
  <p:tag name="KSO_WM_TAG_VERSION" val="1.0"/>
  <p:tag name="KSO_WM_BEAUTIFY_FLAG" val="#wm#"/>
  <p:tag name="KSO_WM_TEMPLATE_CATEGORY" val="custom"/>
  <p:tag name="KSO_WM_TEMPLATE_INDEX" val="20230314"/>
  <p:tag name="KSO_WM_SLIDE_TYPE" val="text"/>
  <p:tag name="KSO_WM_SLIDE_SUBTYPE" val="pureTxt"/>
  <p:tag name="KSO_WM_SLIDE_SIZE" val="863*460"/>
  <p:tag name="KSO_WM_SLIDE_POSITION" val="47*31"/>
  <p:tag name="KSO_WM_SLIDE_LAYOUT" val="a_f"/>
  <p:tag name="KSO_WM_SLIDE_LAYOUT_CNT" val="1_1"/>
  <p:tag name="KSO_WM_SPECIAL_SOURCE" val="bdnull"/>
  <p:tag name="KSO_WM_SLIDE_LAYOUT_NAME" val="标题和内容"/>
</p:tagLst>
</file>

<file path=ppt/tags/tag124.xml><?xml version="1.0" encoding="utf-8"?>
<p:tagLst xmlns:p="http://schemas.openxmlformats.org/presentationml/2006/main">
  <p:tag name="KSO_WM_SLIDE_ID" val="custom20230314_8"/>
  <p:tag name="KSO_WM_TEMPLATE_SUBCATEGORY" val="29"/>
  <p:tag name="KSO_WM_TEMPLATE_MASTER_TYPE" val="0"/>
  <p:tag name="KSO_WM_TEMPLATE_COLOR_TYPE" val="0"/>
  <p:tag name="KSO_WM_SLIDE_ITEM_CNT" val="0"/>
  <p:tag name="KSO_WM_SLIDE_INDEX" val="8"/>
  <p:tag name="KSO_WM_TAG_VERSION" val="1.0"/>
  <p:tag name="KSO_WM_BEAUTIFY_FLAG" val="#wm#"/>
  <p:tag name="KSO_WM_TEMPLATE_CATEGORY" val="custom"/>
  <p:tag name="KSO_WM_TEMPLATE_INDEX" val="20230314"/>
  <p:tag name="KSO_WM_SLIDE_TYPE" val="text"/>
  <p:tag name="KSO_WM_SLIDE_SUBTYPE" val="pureTxt"/>
  <p:tag name="KSO_WM_SLIDE_SIZE" val="863*460"/>
  <p:tag name="KSO_WM_SLIDE_POSITION" val="47*31"/>
  <p:tag name="KSO_WM_SLIDE_LAYOUT" val="a_f"/>
  <p:tag name="KSO_WM_SLIDE_LAYOUT_CNT" val="1_1"/>
  <p:tag name="KSO_WM_SPECIAL_SOURCE" val="bdnull"/>
  <p:tag name="KSO_WM_SLIDE_LAYOUT_NAME" val="标题和内容"/>
</p:tagLst>
</file>

<file path=ppt/tags/tag125.xml><?xml version="1.0" encoding="utf-8"?>
<p:tagLst xmlns:p="http://schemas.openxmlformats.org/presentationml/2006/main">
  <p:tag name="KSO_WM_SLIDE_ID" val="custom20230314_8"/>
  <p:tag name="KSO_WM_TEMPLATE_SUBCATEGORY" val="29"/>
  <p:tag name="KSO_WM_TEMPLATE_MASTER_TYPE" val="0"/>
  <p:tag name="KSO_WM_TEMPLATE_COLOR_TYPE" val="0"/>
  <p:tag name="KSO_WM_SLIDE_ITEM_CNT" val="0"/>
  <p:tag name="KSO_WM_SLIDE_INDEX" val="8"/>
  <p:tag name="KSO_WM_TAG_VERSION" val="1.0"/>
  <p:tag name="KSO_WM_BEAUTIFY_FLAG" val="#wm#"/>
  <p:tag name="KSO_WM_TEMPLATE_CATEGORY" val="custom"/>
  <p:tag name="KSO_WM_TEMPLATE_INDEX" val="20230314"/>
  <p:tag name="KSO_WM_SLIDE_TYPE" val="text"/>
  <p:tag name="KSO_WM_SLIDE_SUBTYPE" val="pureTxt"/>
  <p:tag name="KSO_WM_SLIDE_SIZE" val="863*460"/>
  <p:tag name="KSO_WM_SLIDE_POSITION" val="47*31"/>
  <p:tag name="KSO_WM_SLIDE_LAYOUT" val="a_f"/>
  <p:tag name="KSO_WM_SLIDE_LAYOUT_CNT" val="1_1"/>
  <p:tag name="KSO_WM_SPECIAL_SOURCE" val="bdnull"/>
  <p:tag name="KSO_WM_SLIDE_LAYOUT_NAME" val="标题和内容"/>
</p:tagLst>
</file>

<file path=ppt/tags/tag126.xml><?xml version="1.0" encoding="utf-8"?>
<p:tagLst xmlns:p="http://schemas.openxmlformats.org/presentationml/2006/main">
  <p:tag name="KSO_WM_SLIDE_ID" val="custom20230314_8"/>
  <p:tag name="KSO_WM_TEMPLATE_SUBCATEGORY" val="29"/>
  <p:tag name="KSO_WM_TEMPLATE_MASTER_TYPE" val="0"/>
  <p:tag name="KSO_WM_TEMPLATE_COLOR_TYPE" val="0"/>
  <p:tag name="KSO_WM_SLIDE_ITEM_CNT" val="0"/>
  <p:tag name="KSO_WM_SLIDE_INDEX" val="8"/>
  <p:tag name="KSO_WM_TAG_VERSION" val="1.0"/>
  <p:tag name="KSO_WM_BEAUTIFY_FLAG" val="#wm#"/>
  <p:tag name="KSO_WM_TEMPLATE_CATEGORY" val="custom"/>
  <p:tag name="KSO_WM_TEMPLATE_INDEX" val="20230314"/>
  <p:tag name="KSO_WM_SLIDE_TYPE" val="text"/>
  <p:tag name="KSO_WM_SLIDE_SUBTYPE" val="pureTxt"/>
  <p:tag name="KSO_WM_SLIDE_SIZE" val="863*460"/>
  <p:tag name="KSO_WM_SLIDE_POSITION" val="47*31"/>
  <p:tag name="KSO_WM_SLIDE_LAYOUT" val="a_f"/>
  <p:tag name="KSO_WM_SLIDE_LAYOUT_CNT" val="1_1"/>
  <p:tag name="KSO_WM_SPECIAL_SOURCE" val="bdnull"/>
  <p:tag name="KSO_WM_SLIDE_LAYOUT_NAME" val="标题和内容"/>
</p:tagLst>
</file>

<file path=ppt/tags/tag127.xml><?xml version="1.0" encoding="utf-8"?>
<p:tagLst xmlns:p="http://schemas.openxmlformats.org/presentationml/2006/main">
  <p:tag name="KSO_WM_SLIDE_ID" val="custom20230314_8"/>
  <p:tag name="KSO_WM_TEMPLATE_SUBCATEGORY" val="29"/>
  <p:tag name="KSO_WM_TEMPLATE_MASTER_TYPE" val="0"/>
  <p:tag name="KSO_WM_TEMPLATE_COLOR_TYPE" val="0"/>
  <p:tag name="KSO_WM_SLIDE_ITEM_CNT" val="0"/>
  <p:tag name="KSO_WM_SLIDE_INDEX" val="8"/>
  <p:tag name="KSO_WM_TAG_VERSION" val="1.0"/>
  <p:tag name="KSO_WM_BEAUTIFY_FLAG" val="#wm#"/>
  <p:tag name="KSO_WM_TEMPLATE_CATEGORY" val="custom"/>
  <p:tag name="KSO_WM_TEMPLATE_INDEX" val="20230314"/>
  <p:tag name="KSO_WM_SLIDE_TYPE" val="text"/>
  <p:tag name="KSO_WM_SLIDE_SUBTYPE" val="pureTxt"/>
  <p:tag name="KSO_WM_SLIDE_SIZE" val="863*460"/>
  <p:tag name="KSO_WM_SLIDE_POSITION" val="47*31"/>
  <p:tag name="KSO_WM_SLIDE_LAYOUT" val="a_f"/>
  <p:tag name="KSO_WM_SLIDE_LAYOUT_CNT" val="1_1"/>
  <p:tag name="KSO_WM_SPECIAL_SOURCE" val="bdnull"/>
  <p:tag name="KSO_WM_SLIDE_LAYOUT_NAME" val="标题和内容"/>
</p:tagLst>
</file>

<file path=ppt/tags/tag128.xml><?xml version="1.0" encoding="utf-8"?>
<p:tagLst xmlns:p="http://schemas.openxmlformats.org/presentationml/2006/main">
  <p:tag name="COMMONDATA" val="eyJjb3VudCI6MzgsImhkaWQiOiJmNDJlMmZmMmZhNWUyZDkyZTk5MzIxMzQ3MTJiZWMxYyIsInVzZXJDb3VudCI6Mn0="/>
  <p:tag name="KSO_WPP_MARK_KEY" val="7023136d-9efa-45e3-91bf-b99ccddb9299"/>
</p:tagLst>
</file>

<file path=ppt/theme/theme1.xml><?xml version="1.0" encoding="utf-8"?>
<a:theme xmlns:a="http://schemas.openxmlformats.org/drawingml/2006/main" name="Office 主题">
  <a:themeElements>
    <a:clrScheme name="自定义 102">
      <a:dk1>
        <a:srgbClr val="000000"/>
      </a:dk1>
      <a:lt1>
        <a:srgbClr val="FFFFFF"/>
      </a:lt1>
      <a:dk2>
        <a:srgbClr val="011163"/>
      </a:dk2>
      <a:lt2>
        <a:srgbClr val="F3F5FF"/>
      </a:lt2>
      <a:accent1>
        <a:srgbClr val="4864FC"/>
      </a:accent1>
      <a:accent2>
        <a:srgbClr val="6C5EDE"/>
      </a:accent2>
      <a:accent3>
        <a:srgbClr val="9059BF"/>
      </a:accent3>
      <a:accent4>
        <a:srgbClr val="B453A1"/>
      </a:accent4>
      <a:accent5>
        <a:srgbClr val="D84E82"/>
      </a:accent5>
      <a:accent6>
        <a:srgbClr val="FC4864"/>
      </a:accent6>
      <a:hlink>
        <a:srgbClr val="0563C1"/>
      </a:hlink>
      <a:folHlink>
        <a:srgbClr val="954D72"/>
      </a:folHlink>
    </a:clrScheme>
    <a:fontScheme name="自定义 18">
      <a:majorFont>
        <a:latin typeface="MiSans Heavy"/>
        <a:ea typeface="MiSans Heavy"/>
        <a:cs typeface=""/>
      </a:majorFont>
      <a:minorFont>
        <a:latin typeface="MiSans Normal"/>
        <a:ea typeface="MiSans Normal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MiSans Normal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MiSans Normal"/>
        <a:ea typeface=""/>
        <a:cs typeface=""/>
        <a:font script="Jpan" typeface="ＭＳ Ｐゴシック"/>
        <a:font script="Hang" typeface="맑은 고딕"/>
        <a:font script="Hans" typeface="MiSans Normal"/>
        <a:font script="Hant" typeface="新細明體"/>
        <a:font script="Arab" typeface="MiSans Normal"/>
        <a:font script="Hebr" typeface="MiSans Norm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MiSans Norm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MiSans Normal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MiSans Normal"/>
        <a:ea typeface=""/>
        <a:cs typeface=""/>
        <a:font script="Jpan" typeface="ＭＳ Ｐゴシック"/>
        <a:font script="Hang" typeface="맑은 고딕"/>
        <a:font script="Hans" typeface="MiSans Normal"/>
        <a:font script="Hant" typeface="新細明體"/>
        <a:font script="Arab" typeface="MiSans Normal"/>
        <a:font script="Hebr" typeface="MiSans Norm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MiSans Norm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 2013 - 2022</Template>
  <TotalTime>0</TotalTime>
  <Words>336</Words>
  <Application>WPS Presentation</Application>
  <PresentationFormat>宽屏</PresentationFormat>
  <Paragraphs>62</Paragraphs>
  <Slides>27</Slides>
  <Notes>7</Notes>
  <HiddenSlides>0</HiddenSlides>
  <MMClips>0</MMClips>
  <ScaleCrop>false</ScaleCrop>
  <HeadingPairs>
    <vt:vector size="6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27</vt:i4>
      </vt:variant>
    </vt:vector>
  </HeadingPairs>
  <TitlesOfParts>
    <vt:vector size="40" baseType="lpstr">
      <vt:lpstr>Arial</vt:lpstr>
      <vt:lpstr>SimSun</vt:lpstr>
      <vt:lpstr>Wingdings</vt:lpstr>
      <vt:lpstr>MiSans Normal</vt:lpstr>
      <vt:lpstr>苹方-简</vt:lpstr>
      <vt:lpstr>Wingdings</vt:lpstr>
      <vt:lpstr>MiSans Heavy</vt:lpstr>
      <vt:lpstr>Microsoft YaHei</vt:lpstr>
      <vt:lpstr>汉仪旗黑</vt:lpstr>
      <vt:lpstr>Arial Unicode MS</vt:lpstr>
      <vt:lpstr>MiSans Normal</vt:lpstr>
      <vt:lpstr>汉仪书宋二KW</vt:lpstr>
      <vt:lpstr>Office 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空白演示</dc:title>
  <dc:creator/>
  <cp:lastModifiedBy>谢杰</cp:lastModifiedBy>
  <cp:revision>269</cp:revision>
  <dcterms:created xsi:type="dcterms:W3CDTF">2026-03-05T02:35:05Z</dcterms:created>
  <dcterms:modified xsi:type="dcterms:W3CDTF">2026-03-05T02:35:05Z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1033-12.1.25201.25201</vt:lpwstr>
  </property>
  <property fmtid="{D5CDD505-2E9C-101B-9397-08002B2CF9AE}" pid="3" name="ICV">
    <vt:lpwstr>9F555CF350F8D710F2982C65846E66C9_41</vt:lpwstr>
  </property>
  <property fmtid="{D5CDD505-2E9C-101B-9397-08002B2CF9AE}" pid="4" name="KSOTemplateUUID">
    <vt:lpwstr>v1.0_mb_WWKVAA3calnmZWOTug9OwQ==</vt:lpwstr>
  </property>
</Properties>
</file>