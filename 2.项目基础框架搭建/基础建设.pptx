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8"/>
  </p:handoutMasterIdLst>
  <p:sldIdLst>
    <p:sldId id="346" r:id="rId3"/>
    <p:sldId id="426" r:id="rId5"/>
    <p:sldId id="427" r:id="rId6"/>
    <p:sldId id="428" r:id="rId7"/>
    <p:sldId id="513" r:id="rId8"/>
    <p:sldId id="514" r:id="rId9"/>
    <p:sldId id="515" r:id="rId10"/>
    <p:sldId id="429" r:id="rId11"/>
    <p:sldId id="516" r:id="rId12"/>
    <p:sldId id="517" r:id="rId13"/>
    <p:sldId id="518" r:id="rId14"/>
    <p:sldId id="430" r:id="rId15"/>
    <p:sldId id="519" r:id="rId16"/>
    <p:sldId id="520" r:id="rId17"/>
    <p:sldId id="431" r:id="rId18"/>
    <p:sldId id="432" r:id="rId19"/>
    <p:sldId id="533" r:id="rId20"/>
    <p:sldId id="433" r:id="rId21"/>
    <p:sldId id="534" r:id="rId22"/>
    <p:sldId id="525" r:id="rId23"/>
    <p:sldId id="535" r:id="rId24"/>
    <p:sldId id="526" r:id="rId25"/>
    <p:sldId id="527" r:id="rId26"/>
    <p:sldId id="536" r:id="rId27"/>
    <p:sldId id="528" r:id="rId28"/>
    <p:sldId id="537" r:id="rId29"/>
    <p:sldId id="538" r:id="rId30"/>
    <p:sldId id="529" r:id="rId31"/>
    <p:sldId id="539" r:id="rId32"/>
    <p:sldId id="530" r:id="rId33"/>
    <p:sldId id="540" r:id="rId34"/>
    <p:sldId id="542" r:id="rId35"/>
    <p:sldId id="543" r:id="rId36"/>
    <p:sldId id="531" r:id="rId37"/>
    <p:sldId id="511" r:id="rId38"/>
    <p:sldId id="512" r:id="rId39"/>
    <p:sldId id="434" r:id="rId40"/>
    <p:sldId id="435" r:id="rId41"/>
    <p:sldId id="436" r:id="rId42"/>
    <p:sldId id="437" r:id="rId43"/>
    <p:sldId id="438" r:id="rId44"/>
    <p:sldId id="439" r:id="rId45"/>
    <p:sldId id="440" r:id="rId46"/>
    <p:sldId id="441" r:id="rId47"/>
    <p:sldId id="442" r:id="rId48"/>
    <p:sldId id="443" r:id="rId49"/>
    <p:sldId id="444" r:id="rId50"/>
    <p:sldId id="445" r:id="rId51"/>
    <p:sldId id="446" r:id="rId52"/>
    <p:sldId id="447" r:id="rId53"/>
    <p:sldId id="448" r:id="rId54"/>
    <p:sldId id="449" r:id="rId55"/>
    <p:sldId id="450" r:id="rId56"/>
    <p:sldId id="451" r:id="rId57"/>
    <p:sldId id="452" r:id="rId58"/>
    <p:sldId id="453" r:id="rId59"/>
    <p:sldId id="454" r:id="rId60"/>
    <p:sldId id="455" r:id="rId61"/>
    <p:sldId id="456" r:id="rId62"/>
    <p:sldId id="457" r:id="rId63"/>
    <p:sldId id="458" r:id="rId64"/>
    <p:sldId id="459" r:id="rId65"/>
    <p:sldId id="460" r:id="rId66"/>
    <p:sldId id="461" r:id="rId67"/>
    <p:sldId id="462" r:id="rId68"/>
    <p:sldId id="463" r:id="rId69"/>
    <p:sldId id="464" r:id="rId70"/>
    <p:sldId id="465" r:id="rId71"/>
    <p:sldId id="466" r:id="rId72"/>
    <p:sldId id="467" r:id="rId73"/>
    <p:sldId id="468" r:id="rId74"/>
    <p:sldId id="469" r:id="rId75"/>
    <p:sldId id="470" r:id="rId76"/>
    <p:sldId id="471" r:id="rId77"/>
    <p:sldId id="472" r:id="rId78"/>
    <p:sldId id="473" r:id="rId79"/>
    <p:sldId id="474" r:id="rId80"/>
    <p:sldId id="475" r:id="rId81"/>
    <p:sldId id="476" r:id="rId82"/>
    <p:sldId id="477" r:id="rId83"/>
    <p:sldId id="478" r:id="rId84"/>
    <p:sldId id="479" r:id="rId85"/>
    <p:sldId id="480" r:id="rId86"/>
    <p:sldId id="481" r:id="rId87"/>
    <p:sldId id="482" r:id="rId88"/>
    <p:sldId id="483" r:id="rId89"/>
    <p:sldId id="484" r:id="rId90"/>
    <p:sldId id="485" r:id="rId91"/>
    <p:sldId id="486" r:id="rId92"/>
    <p:sldId id="487" r:id="rId93"/>
    <p:sldId id="488" r:id="rId94"/>
    <p:sldId id="489" r:id="rId95"/>
    <p:sldId id="490" r:id="rId96"/>
    <p:sldId id="491" r:id="rId97"/>
    <p:sldId id="492" r:id="rId98"/>
    <p:sldId id="493" r:id="rId99"/>
    <p:sldId id="494" r:id="rId100"/>
    <p:sldId id="495" r:id="rId101"/>
    <p:sldId id="496" r:id="rId102"/>
    <p:sldId id="497" r:id="rId103"/>
    <p:sldId id="498" r:id="rId104"/>
    <p:sldId id="499" r:id="rId105"/>
    <p:sldId id="500" r:id="rId106"/>
    <p:sldId id="501" r:id="rId107"/>
    <p:sldId id="502" r:id="rId108"/>
    <p:sldId id="503" r:id="rId109"/>
    <p:sldId id="504" r:id="rId110"/>
    <p:sldId id="505" r:id="rId111"/>
    <p:sldId id="506" r:id="rId112"/>
    <p:sldId id="507" r:id="rId113"/>
    <p:sldId id="508" r:id="rId114"/>
    <p:sldId id="509" r:id="rId115"/>
    <p:sldId id="510" r:id="rId116"/>
    <p:sldId id="344" r:id="rId117"/>
  </p:sldIdLst>
  <p:sldSz cx="12192000" cy="6858000"/>
  <p:notesSz cx="6858000" cy="9144000"/>
  <p:custDataLst>
    <p:tags r:id="rId1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熊仪_aYju7RJj" initials="熊" lastIdx="0" clrIdx="0"/>
  <p:cmAuthor id="1" name="哒哒 熊猫" initials="哒哒" lastIdx="1" clrIdx="0"/>
  <p:cmAuthor id="8" name="yifei" initials="y" lastIdx="1" clrIdx="7"/>
  <p:cmAuthor id="2" name="kingsoft" initials="k" lastIdx="1" clrIdx="1"/>
  <p:cmAuthor id="9" name="ADMIN" initials="A" lastIdx="1" clrIdx="8"/>
  <p:cmAuthor id="3" name="zhouzean" initials="z" lastIdx="1" clrIdx="2"/>
  <p:cmAuthor id="4" name="李鹏飞_6bQfzI3a" initials="李" lastIdx="0" clrIdx="0"/>
  <p:cmAuthor id="5" name="李晓菲_MZFnUzi6" initials="李" lastIdx="0" clrIdx="0"/>
  <p:cmAuthor id="6" name="小珞_QjMfU7FR" initials="小" lastIdx="0" clrIdx="0"/>
  <p:cmAuthor id="2001" name="骆倩怡_Znauj26B" initials="authorId_382814100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432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" d="100"/>
          <a:sy n="10" d="100"/>
        </p:scale>
        <p:origin x="-197" y="228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3" Type="http://schemas.openxmlformats.org/officeDocument/2006/relationships/tags" Target="tags/tag215.xml"/><Relationship Id="rId122" Type="http://schemas.openxmlformats.org/officeDocument/2006/relationships/commentAuthors" Target="commentAuthors.xml"/><Relationship Id="rId121" Type="http://schemas.openxmlformats.org/officeDocument/2006/relationships/tableStyles" Target="tableStyles.xml"/><Relationship Id="rId120" Type="http://schemas.openxmlformats.org/officeDocument/2006/relationships/viewProps" Target="viewProps.xml"/><Relationship Id="rId12" Type="http://schemas.openxmlformats.org/officeDocument/2006/relationships/slide" Target="slides/slide9.xml"/><Relationship Id="rId119" Type="http://schemas.openxmlformats.org/officeDocument/2006/relationships/presProps" Target="presProps.xml"/><Relationship Id="rId118" Type="http://schemas.openxmlformats.org/officeDocument/2006/relationships/handoutMaster" Target="handoutMasters/handoutMaster1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7" Type="http://schemas.openxmlformats.org/officeDocument/2006/relationships/tags" Target="../tags/tag92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14605" y="-14605"/>
            <a:ext cx="6006465" cy="68973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3"/>
            </p:custDataLst>
          </p:nvPr>
        </p:nvSpPr>
        <p:spPr>
          <a:xfrm rot="16200000">
            <a:off x="-1402080" y="1361440"/>
            <a:ext cx="689483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 rot="16200000">
            <a:off x="-1342039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11197590" y="300291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7"/>
            </p:custDataLst>
          </p:nvPr>
        </p:nvCxnSpPr>
        <p:spPr>
          <a:xfrm>
            <a:off x="11305540" y="193421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11305540" y="347662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10027285" y="4343400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1" name="椭圆 20"/>
          <p:cNvSpPr/>
          <p:nvPr>
            <p:custDataLst>
              <p:tags r:id="rId10"/>
            </p:custDataLst>
          </p:nvPr>
        </p:nvSpPr>
        <p:spPr>
          <a:xfrm>
            <a:off x="10133965" y="4450080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1"/>
            </p:custDataLst>
          </p:nvPr>
        </p:nvSpPr>
        <p:spPr>
          <a:xfrm>
            <a:off x="10238105" y="4542790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3"/>
            </p:custDataLst>
          </p:nvPr>
        </p:nvSpPr>
        <p:spPr>
          <a:xfrm>
            <a:off x="2273300" y="4438650"/>
            <a:ext cx="7589520" cy="6616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单击编辑文本</a:t>
            </a:r>
            <a:endParaRPr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14"/>
            </p:custDataLst>
          </p:nvPr>
        </p:nvSpPr>
        <p:spPr>
          <a:xfrm>
            <a:off x="2273935" y="1953895"/>
            <a:ext cx="8413115" cy="556260"/>
          </a:xfrm>
          <a:prstGeom prst="rect">
            <a:avLst/>
          </a:prstGeom>
          <a:noFill/>
        </p:spPr>
        <p:txBody>
          <a:bodyPr wrap="square" lIns="91440" tIns="45720" rIns="144145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5"/>
            </p:custDataLst>
          </p:nvPr>
        </p:nvSpPr>
        <p:spPr>
          <a:xfrm>
            <a:off x="2273300" y="2510155"/>
            <a:ext cx="8413750" cy="17094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>
            <p:custDataLst>
              <p:tags r:id="rId2"/>
            </p:custDataLst>
          </p:nvPr>
        </p:nvCxnSpPr>
        <p:spPr>
          <a:xfrm>
            <a:off x="3509010" y="1475105"/>
            <a:ext cx="0" cy="4572000"/>
          </a:xfrm>
          <a:prstGeom prst="line">
            <a:avLst/>
          </a:prstGeom>
          <a:ln>
            <a:solidFill>
              <a:schemeClr val="bg2">
                <a:lumMod val="50000"/>
                <a:alpha val="2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-18415" y="0"/>
            <a:ext cx="2251075" cy="8718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5" h="1373">
                <a:moveTo>
                  <a:pt x="0" y="0"/>
                </a:moveTo>
                <a:lnTo>
                  <a:pt x="3545" y="0"/>
                </a:lnTo>
                <a:lnTo>
                  <a:pt x="3545" y="1023"/>
                </a:lnTo>
                <a:cubicBezTo>
                  <a:pt x="3545" y="1217"/>
                  <a:pt x="3389" y="1373"/>
                  <a:pt x="3195" y="1373"/>
                </a:cubicBezTo>
                <a:lnTo>
                  <a:pt x="9" y="1373"/>
                </a:lnTo>
                <a:lnTo>
                  <a:pt x="0" y="137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1165860" y="4138930"/>
            <a:ext cx="1375408" cy="195199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>
            <a:normAutofit/>
          </a:bodyPr>
          <a:lstStyle>
            <a:lvl1pPr marL="0" marR="0" lvl="0" algn="just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000" b="0" i="0" u="none" strike="noStrike" kern="1200" cap="none" spc="0" normalizeH="0" baseline="0" noProof="1">
                <a:solidFill>
                  <a:schemeClr val="bg1">
                    <a:lumMod val="8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just">
              <a:buClrTx/>
              <a:buSzTx/>
              <a:buFontTx/>
            </a:pPr>
            <a:r>
              <a:rPr dirty="0" err="1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1166495" y="1793240"/>
            <a:ext cx="1375410" cy="212221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>
            <p:custDataLst>
              <p:tags r:id="rId2"/>
            </p:custDataLst>
          </p:nvPr>
        </p:nvSpPr>
        <p:spPr>
          <a:xfrm rot="16200000">
            <a:off x="977900" y="1336040"/>
            <a:ext cx="4351020" cy="435102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 rot="16200000">
            <a:off x="1828800" y="2186940"/>
            <a:ext cx="2649220" cy="264922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9" name="弧形 8"/>
          <p:cNvSpPr/>
          <p:nvPr>
            <p:custDataLst>
              <p:tags r:id="rId4"/>
            </p:custDataLst>
          </p:nvPr>
        </p:nvSpPr>
        <p:spPr>
          <a:xfrm>
            <a:off x="301625" y="659765"/>
            <a:ext cx="5703570" cy="5703570"/>
          </a:xfrm>
          <a:prstGeom prst="arc">
            <a:avLst>
              <a:gd name="adj1" fmla="val 16200000"/>
              <a:gd name="adj2" fmla="val 5319923"/>
            </a:avLst>
          </a:prstGeom>
          <a:ln>
            <a:solidFill>
              <a:schemeClr val="bg2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5"/>
            </p:custDataLst>
          </p:nvPr>
        </p:nvSpPr>
        <p:spPr>
          <a:xfrm rot="10800000">
            <a:off x="6876415" y="3851910"/>
            <a:ext cx="240855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6"/>
            </p:custDataLst>
          </p:nvPr>
        </p:nvSpPr>
        <p:spPr>
          <a:xfrm flipV="1">
            <a:off x="8945880" y="0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1828800" y="3004185"/>
            <a:ext cx="2649220" cy="120840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732905" y="2092325"/>
            <a:ext cx="5005070" cy="16840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4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3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7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08330" y="397510"/>
            <a:ext cx="10968990" cy="58591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608330" y="1075690"/>
            <a:ext cx="10968990" cy="47180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>
            <p:custDataLst>
              <p:tags r:id="rId2"/>
            </p:custDataLst>
          </p:nvPr>
        </p:nvSpPr>
        <p:spPr>
          <a:xfrm>
            <a:off x="-14605" y="-14605"/>
            <a:ext cx="6006465" cy="68973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"/>
            </p:custDataLst>
          </p:nvPr>
        </p:nvSpPr>
        <p:spPr>
          <a:xfrm rot="16200000">
            <a:off x="-1402080" y="1361440"/>
            <a:ext cx="689483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4"/>
            </p:custDataLst>
          </p:nvPr>
        </p:nvSpPr>
        <p:spPr>
          <a:xfrm rot="16200000">
            <a:off x="-1342039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30" name="圆角矩形 29"/>
          <p:cNvSpPr/>
          <p:nvPr>
            <p:custDataLst>
              <p:tags r:id="rId5"/>
            </p:custDataLst>
          </p:nvPr>
        </p:nvSpPr>
        <p:spPr>
          <a:xfrm rot="10800000">
            <a:off x="5155565" y="3089275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6"/>
            </p:custDataLst>
          </p:nvPr>
        </p:nvCxnSpPr>
        <p:spPr>
          <a:xfrm>
            <a:off x="11197590" y="298132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>
            <p:custDataLst>
              <p:tags r:id="rId7"/>
            </p:custDataLst>
          </p:nvPr>
        </p:nvCxnSpPr>
        <p:spPr>
          <a:xfrm>
            <a:off x="11305540" y="191262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>
            <p:custDataLst>
              <p:tags r:id="rId8"/>
            </p:custDataLst>
          </p:nvPr>
        </p:nvCxnSpPr>
        <p:spPr>
          <a:xfrm>
            <a:off x="11305540" y="345503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>
            <p:custDataLst>
              <p:tags r:id="rId9"/>
            </p:custDataLst>
          </p:nvPr>
        </p:nvSpPr>
        <p:spPr>
          <a:xfrm>
            <a:off x="10016490" y="3576955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8" name="椭圆 37"/>
          <p:cNvSpPr/>
          <p:nvPr>
            <p:custDataLst>
              <p:tags r:id="rId10"/>
            </p:custDataLst>
          </p:nvPr>
        </p:nvSpPr>
        <p:spPr>
          <a:xfrm>
            <a:off x="10123170" y="3683635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9" name="向下箭头"/>
          <p:cNvSpPr/>
          <p:nvPr>
            <p:custDataLst>
              <p:tags r:id="rId11"/>
            </p:custDataLst>
          </p:nvPr>
        </p:nvSpPr>
        <p:spPr>
          <a:xfrm>
            <a:off x="10227310" y="3776345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13"/>
            </p:custDataLst>
          </p:nvPr>
        </p:nvSpPr>
        <p:spPr>
          <a:xfrm>
            <a:off x="7466330" y="3648075"/>
            <a:ext cx="2365375" cy="6673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4"/>
            </p:custDataLst>
          </p:nvPr>
        </p:nvSpPr>
        <p:spPr>
          <a:xfrm>
            <a:off x="2418715" y="1275715"/>
            <a:ext cx="8250555" cy="170561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0.xml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1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838200" y="365126"/>
            <a:ext cx="10515600" cy="62261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838200" y="1237129"/>
            <a:ext cx="10515600" cy="4939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lt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4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5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6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8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9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0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3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4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8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9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0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2.xml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3.xml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5.xml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6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7.xml"/><Relationship Id="rId2" Type="http://schemas.openxmlformats.org/officeDocument/2006/relationships/image" Target="../media/image16.png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8.xml"/><Relationship Id="rId1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9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0.xml"/><Relationship Id="rId1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3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4.xml"/><Relationship Id="rId1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9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8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9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0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8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9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0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5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6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8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9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0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4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5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6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8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9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0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3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158740" y="3136900"/>
            <a:ext cx="18751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基础建设</a:t>
            </a:r>
            <a:endParaRPr lang="zh-CN" altLang="en-US" sz="32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0040" y="2168525"/>
            <a:ext cx="3557905" cy="27533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378450" y="3199130"/>
            <a:ext cx="1435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类型生成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737235" y="19570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类型生成在做什么</a:t>
            </a:r>
            <a:endParaRPr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75" y="2569845"/>
            <a:ext cx="10831195" cy="15074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6575" y="2588895"/>
            <a:ext cx="10777220" cy="1509395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737235" y="19570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类型生成在做什么</a:t>
            </a:r>
            <a:endParaRPr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75" y="2569845"/>
            <a:ext cx="10831195" cy="15074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6575" y="3055620"/>
            <a:ext cx="10777220" cy="104267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737235" y="19570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类型生成在做什么</a:t>
            </a:r>
            <a:endParaRPr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75" y="2569845"/>
            <a:ext cx="10831195" cy="15074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6575" y="3531870"/>
            <a:ext cx="10777220" cy="56642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737235" y="19570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类型生成在做什么</a:t>
            </a:r>
            <a:endParaRPr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75" y="2569845"/>
            <a:ext cx="10831195" cy="15074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826135" y="2118995"/>
            <a:ext cx="2515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这个步骤的输入与输出</a:t>
            </a:r>
            <a:endParaRPr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0" y="2721610"/>
            <a:ext cx="10984865" cy="158813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6575" y="2720975"/>
            <a:ext cx="10777220" cy="1377315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826135" y="2118995"/>
            <a:ext cx="2515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这个步骤的输入与输出</a:t>
            </a:r>
            <a:endParaRPr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0" y="2721610"/>
            <a:ext cx="10984865" cy="158813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6575" y="3256915"/>
            <a:ext cx="10777220" cy="92075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826135" y="2118995"/>
            <a:ext cx="2515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这个步骤的输入与输出</a:t>
            </a:r>
            <a:endParaRPr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0" y="2721610"/>
            <a:ext cx="10984865" cy="158813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6575" y="3729355"/>
            <a:ext cx="10777220" cy="437515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826135" y="2118995"/>
            <a:ext cx="2515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这个步骤的输入与输出</a:t>
            </a:r>
            <a:endParaRPr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0" y="2721610"/>
            <a:ext cx="10984865" cy="15881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4155" y="1466850"/>
            <a:ext cx="9203690" cy="39243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96390" y="1609090"/>
            <a:ext cx="8914130" cy="367919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4155" y="1466850"/>
            <a:ext cx="9203690" cy="39243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96390" y="1609090"/>
            <a:ext cx="8914130" cy="260731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4155" y="1466850"/>
            <a:ext cx="9203690" cy="39243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487670" y="3229610"/>
            <a:ext cx="1216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具体实现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805" y="882015"/>
            <a:ext cx="10994390" cy="13411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805" y="882015"/>
            <a:ext cx="10994390" cy="13411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45" y="2713355"/>
            <a:ext cx="10227310" cy="2565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085" y="1018540"/>
            <a:ext cx="10605770" cy="16910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085" y="1018540"/>
            <a:ext cx="10605770" cy="169100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" y="3197860"/>
            <a:ext cx="11096625" cy="140017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467485" y="52273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Novel，Category，ReadingNote....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105" y="721360"/>
            <a:ext cx="9467215" cy="15113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105" y="721360"/>
            <a:ext cx="9467215" cy="1511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" y="2322830"/>
            <a:ext cx="9289415" cy="41452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6425" y="2592070"/>
            <a:ext cx="8148955" cy="14179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205" y="384175"/>
            <a:ext cx="9244330" cy="177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205" y="384175"/>
            <a:ext cx="9244330" cy="17773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" y="2424430"/>
            <a:ext cx="10144760" cy="37928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0" y="467360"/>
            <a:ext cx="9951085" cy="16833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0" y="467360"/>
            <a:ext cx="9951085" cy="16833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935" y="2312035"/>
            <a:ext cx="7606665" cy="42862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0" y="467360"/>
            <a:ext cx="9951085" cy="16833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670" y="2496185"/>
            <a:ext cx="9479915" cy="34245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945" y="217805"/>
            <a:ext cx="10012045" cy="18954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945" y="217805"/>
            <a:ext cx="10012045" cy="18954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790" y="2771140"/>
            <a:ext cx="8493760" cy="27457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3430" y="461010"/>
            <a:ext cx="7485380" cy="1651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3430" y="461010"/>
            <a:ext cx="7485380" cy="1651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415" y="2112010"/>
            <a:ext cx="9408160" cy="433006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67205" y="2228850"/>
            <a:ext cx="9124950" cy="416877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3430" y="461010"/>
            <a:ext cx="7485380" cy="1651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415" y="2112010"/>
            <a:ext cx="9408160" cy="433006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67205" y="2933065"/>
            <a:ext cx="9124950" cy="346456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3430" y="461010"/>
            <a:ext cx="7485380" cy="1651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415" y="2112010"/>
            <a:ext cx="9408160" cy="433006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67205" y="2933065"/>
            <a:ext cx="9124950" cy="199644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5135" y="38100"/>
            <a:ext cx="8761730" cy="67729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378450" y="3199130"/>
            <a:ext cx="1435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工具函数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378450" y="3199130"/>
            <a:ext cx="1435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模拟</a:t>
            </a:r>
            <a:r>
              <a:rPr lang="zh-CN" altLang="en-US" sz="2400"/>
              <a:t>数据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1"/>
          <p:cNvSpPr txBox="1"/>
          <p:nvPr/>
        </p:nvSpPr>
        <p:spPr>
          <a:xfrm>
            <a:off x="4827270" y="3282950"/>
            <a:ext cx="2537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/>
              <a:t>Thank You</a:t>
            </a:r>
            <a:endParaRPr lang="en-US" sz="36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1.0"/>
</p:tagLst>
</file>

<file path=ppt/tags/tag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1.0"/>
</p:tagLst>
</file>

<file path=ppt/tags/tag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1.0"/>
</p:tagLst>
</file>

<file path=ppt/tags/tag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1.0"/>
</p:tagLst>
</file>

<file path=ppt/tags/tag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1.0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1.0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1.0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1*i*8"/>
  <p:tag name="KSO_WM_UNIT_LAYERLEVEL" val="1"/>
  <p:tag name="KSO_WM_TAG_VERSION" val="1.0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1*i*9"/>
  <p:tag name="KSO_WM_UNIT_LAYERLEVEL" val="1"/>
  <p:tag name="KSO_WM_TAG_VERSION" val="1.0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1*i*10"/>
  <p:tag name="KSO_WM_UNIT_LAYERLEVEL" val="1"/>
  <p:tag name="KSO_WM_TAG_VERSION" val="1.0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1.0"/>
</p:tagLst>
</file>

<file path=ppt/tags/tag12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1.0"/>
  <p:tag name="KSO_WM_BEAUTIFY_FLAG" val="#wm#"/>
  <p:tag name="KSO_WM_UNIT_CONTENT_GROUP_TYPE" val="contentchip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1.0"/>
  <p:tag name="KSO_WM_BEAUTIFY_FLAG" val="#wm#"/>
  <p:tag name="KSO_WM_UNIT_CONTENT_GROUP_TYPE" val="contentchip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1.0"/>
  <p:tag name="KSO_WM_BEAUTIFY_FLAG" val="#wm#"/>
  <p:tag name="KSO_WM_UNIT_CONTENT_GROUP_TYPE" val="contentchip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1.0"/>
  <p:tag name="KSO_WM_BEAUTIFY_FLAG" val="#wm#"/>
  <p:tag name="KSO_WM_UNIT_CONTENT_GROUP_TYPE" val="titlestyle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1.0"/>
  <p:tag name="KSO_WM_UNIT_TYPE" val="i"/>
  <p:tag name="KSO_WM_UNIT_INDEX" val="1"/>
</p:tagLst>
</file>

<file path=ppt/tags/tag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1.0"/>
  <p:tag name="KSO_WM_UNIT_TYPE" val="i"/>
  <p:tag name="KSO_WM_UNIT_INDEX" val="3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UNIT_TYPE" val="i"/>
  <p:tag name="KSO_WM_UNIT_INDEX" val="1"/>
</p:tagLst>
</file>

<file path=ppt/tags/tag3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UNIT_TYPE" val="i"/>
  <p:tag name="KSO_WM_UNIT_INDEX" val="2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1.0"/>
  <p:tag name="KSO_WM_UNIT_TYPE" val="i"/>
  <p:tag name="KSO_WM_UNIT_INDEX" val="3"/>
</p:tagLst>
</file>

<file path=ppt/tags/tag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1.0"/>
  <p:tag name="KSO_WM_UNIT_CONTENT_GROUP_TYPE" val="contentchip"/>
  <p:tag name="KSO_WM_UNIT_TYPE" val="i"/>
  <p:tag name="KSO_WM_UNIT_INDEX" val="4"/>
</p:tagLst>
</file>

<file path=ppt/tags/tag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1.0"/>
  <p:tag name="KSO_WM_UNIT_TYPE" val="i"/>
  <p:tag name="KSO_WM_UNIT_INDEX" val="5"/>
</p:tagLst>
</file>

<file path=ppt/tags/tag36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1.0"/>
  <p:tag name="KSO_WM_BEAUTIFY_FLAG" val="#wm#"/>
  <p:tag name="KSO_WM_UNIT_CONTENT_GROUP_TYPE" val="contentchip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1.0"/>
  <p:tag name="KSO_WM_BEAUTIFY_FLAG" val="#wm#"/>
  <p:tag name="KSO_WM_UNIT_CONTENT_GROUP_TYPE" val="titlestyle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1.0"/>
  <p:tag name="KSO_WM_BEAUTIFY_FLAG" val="#wm#"/>
  <p:tag name="KSO_WM_UNIT_CONTENT_GROUP_TYPE" val="titlestyle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1.0"/>
  <p:tag name="KSO_WM_BEAUTIFY_FLAG" val="#wm#"/>
  <p:tag name="KSO_WM_UNIT_CONTENT_GROUP_TYPE" val="titlestyle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UNIT_TYPE" val="i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UNIT_TYPE" val="i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1.0"/>
  <p:tag name="KSO_WM_UNIT_CONTENT_GROUP_TYPE" val="titlestyle"/>
  <p:tag name="KSO_WM_UNIT_TYPE" val="i"/>
  <p:tag name="KSO_WM_UNIT_INDEX" val="1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1.0"/>
  <p:tag name="KSO_WM_BEAUTIFY_FLAG" val="#wm#"/>
  <p:tag name="KSO_WM_UNIT_CONTENT_GROUP_TYPE" val="titlestyle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1.0"/>
  <p:tag name="KSO_WM_BEAUTIFY_FLAG" val="#wm#"/>
  <p:tag name="KSO_WM_UNIT_CONTENT_GROUP_TYPE" val="titlestyle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1.0"/>
  <p:tag name="KSO_WM_UNIT_TYPE" val="i"/>
  <p:tag name="KSO_WM_UNIT_INDEX" val="1"/>
</p:tagLst>
</file>

<file path=ppt/tags/tag7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1.0"/>
  <p:tag name="KSO_WM_UNIT_TYPE" val="i"/>
  <p:tag name="KSO_WM_UNIT_INDEX" val="2"/>
</p:tagLst>
</file>

<file path=ppt/tags/tag7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1.0"/>
  <p:tag name="KSO_WM_UNIT_TYPE" val="i"/>
  <p:tag name="KSO_WM_UNIT_INDEX" val="3"/>
</p:tagLst>
</file>

<file path=ppt/tags/tag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1.0"/>
  <p:tag name="KSO_WM_UNIT_CONTENT_GROUP_TYPE" val="contentchip"/>
  <p:tag name="KSO_WM_UNIT_TYPE" val="i"/>
  <p:tag name="KSO_WM_UNIT_INDEX" val="4"/>
</p:tagLst>
</file>

<file path=ppt/tags/tag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1.0"/>
  <p:tag name="KSO_WM_UNIT_TYPE" val="i"/>
  <p:tag name="KSO_WM_UNIT_INDEX" val="5"/>
</p:tagLst>
</file>

<file path=ppt/tags/tag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1.0"/>
  <p:tag name="KSO_WM_UNIT_TYPE" val="i"/>
  <p:tag name="KSO_WM_UNIT_INDEX" val="6"/>
</p:tagLst>
</file>

<file path=ppt/tags/tag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1.0"/>
  <p:tag name="KSO_WM_UNIT_TYPE" val="i"/>
  <p:tag name="KSO_WM_UNIT_INDEX" val="7"/>
</p:tagLst>
</file>

<file path=ppt/tags/tag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1.0"/>
  <p:tag name="KSO_WM_UNIT_CONTENT_GROUP_TYPE" val="contentchip"/>
  <p:tag name="KSO_WM_UNIT_TYPE" val="i"/>
  <p:tag name="KSO_WM_UNIT_INDEX" val="8"/>
</p:tagLst>
</file>

<file path=ppt/tags/tag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1.0"/>
  <p:tag name="KSO_WM_UNIT_CONTENT_GROUP_TYPE" val="contentchip"/>
  <p:tag name="KSO_WM_UNIT_TYPE" val="i"/>
  <p:tag name="KSO_WM_UNIT_INDEX" val="9"/>
</p:tagLst>
</file>

<file path=ppt/tags/tag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1.0"/>
  <p:tag name="KSO_WM_UNIT_CONTENT_GROUP_TYPE" val="contentchip"/>
  <p:tag name="KSO_WM_UNIT_TYPE" val="i"/>
  <p:tag name="KSO_WM_UNIT_INDEX" val="10"/>
</p:tagLst>
</file>

<file path=ppt/tags/tag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1.0"/>
  <p:tag name="KSO_WM_UNIT_TYPE" val="i"/>
  <p:tag name="KSO_WM_UNIT_INDEX" val="11"/>
</p:tagLst>
</file>

<file path=ppt/tags/tag88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314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314"/>
</p:tagLst>
</file>

<file path=ppt/tags/tag9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314"/>
  <p:tag name="KSO_WM_SPECIAL_SOURCE" val="bdnull"/>
  <p:tag name="KSO_WM_TEMPLATE_THUMBS_INDEX" val="1、9"/>
</p:tagLst>
</file>

<file path=ppt/tags/tag10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0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7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7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7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7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7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7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7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7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7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7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8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8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8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8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8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8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8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8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8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8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9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9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9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9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9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9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9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9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9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9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20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20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20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20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20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20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20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20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20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20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21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21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21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21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21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215.xml><?xml version="1.0" encoding="utf-8"?>
<p:tagLst xmlns:p="http://schemas.openxmlformats.org/presentationml/2006/main">
  <p:tag name="COMMONDATA" val="eyJjb3VudCI6MzgsImhkaWQiOiJmNDJlMmZmMmZhNWUyZDkyZTk5MzIxMzQ3MTJiZWMxYyIsInVzZXJDb3VudCI6Mn0="/>
  <p:tag name="KSO_WPP_MARK_KEY" val="7023136d-9efa-45e3-91bf-b99ccddb9299"/>
</p:tagLst>
</file>

<file path=ppt/theme/theme1.xml><?xml version="1.0" encoding="utf-8"?>
<a:theme xmlns:a="http://schemas.openxmlformats.org/drawingml/2006/main" name="Office 主题">
  <a:themeElements>
    <a:clrScheme name="自定义 102">
      <a:dk1>
        <a:srgbClr val="000000"/>
      </a:dk1>
      <a:lt1>
        <a:srgbClr val="FFFFFF"/>
      </a:lt1>
      <a:dk2>
        <a:srgbClr val="011163"/>
      </a:dk2>
      <a:lt2>
        <a:srgbClr val="F3F5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18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131</Words>
  <Application>WPS Presentation</Application>
  <PresentationFormat>宽屏</PresentationFormat>
  <Paragraphs>30</Paragraphs>
  <Slides>114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114</vt:i4>
      </vt:variant>
    </vt:vector>
  </HeadingPairs>
  <TitlesOfParts>
    <vt:vector size="127" baseType="lpstr">
      <vt:lpstr>Arial</vt:lpstr>
      <vt:lpstr>SimSun</vt:lpstr>
      <vt:lpstr>Wingdings</vt:lpstr>
      <vt:lpstr>MiSans Normal</vt:lpstr>
      <vt:lpstr>苹方-简</vt:lpstr>
      <vt:lpstr>Wingdings</vt:lpstr>
      <vt:lpstr>MiSans Heavy</vt:lpstr>
      <vt:lpstr>Microsoft YaHei</vt:lpstr>
      <vt:lpstr>汉仪旗黑</vt:lpstr>
      <vt:lpstr>Arial Unicode MS</vt:lpstr>
      <vt:lpstr>MiSans Normal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谢杰</cp:lastModifiedBy>
  <cp:revision>265</cp:revision>
  <dcterms:created xsi:type="dcterms:W3CDTF">2026-03-04T06:46:04Z</dcterms:created>
  <dcterms:modified xsi:type="dcterms:W3CDTF">2026-03-04T06:46:04Z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1033-12.1.25201.25201</vt:lpwstr>
  </property>
  <property fmtid="{D5CDD505-2E9C-101B-9397-08002B2CF9AE}" pid="3" name="ICV">
    <vt:lpwstr>9F555CF350F8D710F2982C65846E66C9_41</vt:lpwstr>
  </property>
  <property fmtid="{D5CDD505-2E9C-101B-9397-08002B2CF9AE}" pid="4" name="KSOTemplateUUID">
    <vt:lpwstr>v1.0_mb_WWKVAA3calnmZWOTug9OwQ==</vt:lpwstr>
  </property>
</Properties>
</file>