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346" r:id="rId3"/>
    <p:sldId id="429" r:id="rId5"/>
    <p:sldId id="430" r:id="rId6"/>
    <p:sldId id="428" r:id="rId7"/>
    <p:sldId id="431" r:id="rId8"/>
    <p:sldId id="426" r:id="rId9"/>
    <p:sldId id="427" r:id="rId10"/>
    <p:sldId id="434" r:id="rId11"/>
    <p:sldId id="433" r:id="rId12"/>
    <p:sldId id="578" r:id="rId13"/>
    <p:sldId id="579" r:id="rId14"/>
    <p:sldId id="580" r:id="rId15"/>
    <p:sldId id="581" r:id="rId16"/>
    <p:sldId id="582" r:id="rId17"/>
    <p:sldId id="583" r:id="rId18"/>
    <p:sldId id="584" r:id="rId19"/>
    <p:sldId id="585" r:id="rId20"/>
    <p:sldId id="586" r:id="rId21"/>
    <p:sldId id="435" r:id="rId22"/>
    <p:sldId id="436" r:id="rId23"/>
    <p:sldId id="437" r:id="rId24"/>
    <p:sldId id="587" r:id="rId25"/>
    <p:sldId id="588" r:id="rId26"/>
    <p:sldId id="589" r:id="rId27"/>
    <p:sldId id="438" r:id="rId28"/>
    <p:sldId id="590" r:id="rId29"/>
    <p:sldId id="591" r:id="rId30"/>
    <p:sldId id="592" r:id="rId31"/>
    <p:sldId id="344" r:id="rId32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43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-197" y="2280"/>
      </p:cViewPr>
      <p:guideLst>
        <p:guide orient="horz" pos="213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130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Sandpack </a:t>
            </a:r>
            <a:r>
              <a:rPr lang="zh-CN" altLang="en-US" dirty="0"/>
              <a:t>渲染项目时，依赖从哪里来？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2273300" y="4438650"/>
            <a:ext cx="7589520" cy="661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273935" y="1953895"/>
            <a:ext cx="8413115" cy="556260"/>
          </a:xfrm>
          <a:prstGeom prst="rect">
            <a:avLst/>
          </a:prstGeom>
          <a:noFill/>
        </p:spPr>
        <p:txBody>
          <a:bodyPr wrap="square" lIns="91440" tIns="45720" rIns="144145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273300" y="2510155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1165860" y="4138930"/>
            <a:ext cx="1375408" cy="195199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000" b="0" i="0" u="none" strike="noStrike" kern="1200" cap="none" spc="0" normalizeH="0" baseline="0" noProof="1">
                <a:solidFill>
                  <a:schemeClr val="bg1">
                    <a:lumMod val="8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just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166495" y="1793240"/>
            <a:ext cx="1375410" cy="212221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330" y="397510"/>
            <a:ext cx="10968990" cy="58591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08330" y="1075690"/>
            <a:ext cx="10968990" cy="471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089275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357695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368363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377634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7466330" y="3648075"/>
            <a:ext cx="2365375" cy="667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418715" y="1275715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6226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37129"/>
            <a:ext cx="10515600" cy="4939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53610" y="3137535"/>
            <a:ext cx="26847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依赖基座加载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72025" y="3244850"/>
            <a:ext cx="2647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Sandpack</a:t>
            </a:r>
            <a:r>
              <a:rPr lang="zh-CN" altLang="en-US"/>
              <a:t>如何使用</a:t>
            </a:r>
            <a:r>
              <a:rPr lang="zh-CN" altLang="en-US"/>
              <a:t>依赖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0540" y="2728595"/>
            <a:ext cx="6090920" cy="15201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822190" y="3244850"/>
            <a:ext cx="2547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模板项目存在一套</a:t>
            </a:r>
            <a:r>
              <a:rPr lang="zh-CN" altLang="en-US"/>
              <a:t>依赖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335" y="828040"/>
            <a:ext cx="3723005" cy="52012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505450" y="3148965"/>
            <a:ext cx="1505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原本的</a:t>
            </a:r>
            <a:r>
              <a:rPr lang="zh-CN" altLang="en-US"/>
              <a:t>规划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04590" y="3244850"/>
            <a:ext cx="478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提供上游节点信息</a:t>
            </a:r>
            <a:r>
              <a:rPr lang="en-US" altLang="zh-CN"/>
              <a:t>，LLM</a:t>
            </a:r>
            <a:r>
              <a:rPr lang="zh-CN" altLang="en-US"/>
              <a:t>推理还需要哪些</a:t>
            </a:r>
            <a:r>
              <a:rPr lang="zh-CN" altLang="en-US"/>
              <a:t>依赖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140" y="434340"/>
            <a:ext cx="9443085" cy="57696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1473835"/>
            <a:ext cx="7853680" cy="4353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1929765"/>
            <a:ext cx="8061325" cy="38976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2494280"/>
            <a:ext cx="8032115" cy="333311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2978785"/>
            <a:ext cx="8051800" cy="284861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3429635"/>
            <a:ext cx="8051800" cy="2397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3845560"/>
            <a:ext cx="8141335" cy="198183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4290695"/>
            <a:ext cx="7655560" cy="1536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4795520"/>
            <a:ext cx="7655560" cy="103187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36470" y="5419090"/>
            <a:ext cx="7655560" cy="40830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345" y="836295"/>
            <a:ext cx="8702675" cy="49911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2760" y="937895"/>
            <a:ext cx="678815" cy="4089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411470" y="3244850"/>
            <a:ext cx="1368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现在的</a:t>
            </a:r>
            <a:r>
              <a:rPr lang="zh-CN" altLang="en-US"/>
              <a:t>方案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770" y="2449830"/>
            <a:ext cx="5712460" cy="19589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1790" y="1517015"/>
            <a:ext cx="6407785" cy="38246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80995" y="2135505"/>
            <a:ext cx="6328410" cy="3374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1790" y="1517015"/>
            <a:ext cx="6407785" cy="38246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80995" y="3429000"/>
            <a:ext cx="6328410" cy="2080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1790" y="1517015"/>
            <a:ext cx="6407785" cy="38246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1790" y="1517015"/>
            <a:ext cx="6407785" cy="38246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77845" y="2105660"/>
            <a:ext cx="5004435" cy="127762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3610" y="0"/>
            <a:ext cx="522414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99510" y="2505075"/>
            <a:ext cx="4874895" cy="419227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3610" y="0"/>
            <a:ext cx="522414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99510" y="3429000"/>
            <a:ext cx="4874895" cy="326834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3610" y="0"/>
            <a:ext cx="522414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99510" y="4944110"/>
            <a:ext cx="4874895" cy="149542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3610" y="0"/>
            <a:ext cx="522414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827270" y="3282950"/>
            <a:ext cx="2537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Thank You</a:t>
            </a:r>
            <a:endParaRPr 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1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1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1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1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1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1.0"/>
</p:tagLst>
</file>

<file path=ppt/tags/tag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3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CONTENT_GROUP_TYPE" val="contentchip"/>
  <p:tag name="KSO_WM_UNIT_TYPE" val="i"/>
  <p:tag name="KSO_WM_UNIT_INDEX" val="8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CONTENT_GROUP_TYPE" val="contentchip"/>
  <p:tag name="KSO_WM_UNIT_TYPE" val="i"/>
  <p:tag name="KSO_WM_UNIT_INDEX" val="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CONTENT_GROUP_TYPE" val="contentchip"/>
  <p:tag name="KSO_WM_UNIT_TYPE" val="i"/>
  <p:tag name="KSO_WM_UNIT_INDEX" val="1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0.xml><?xml version="1.0" encoding="utf-8"?>
<p:tagLst xmlns:p="http://schemas.openxmlformats.org/presentationml/2006/main">
  <p:tag name="COMMONDATA" val="eyJjb3VudCI6MzgsImhkaWQiOiJmNDJlMmZmMmZhNWUyZDkyZTk5MzIxMzQ3MTJiZWMxYyIsInVzZXJDb3VudCI6Mn0="/>
  <p:tag name="KSO_WPP_MARK_KEY" val="7023136d-9efa-45e3-91bf-b99ccddb9299"/>
</p:tagLst>
</file>

<file path=ppt/theme/theme1.xml><?xml version="1.0" encoding="utf-8"?>
<a:theme xmlns:a="http://schemas.openxmlformats.org/drawingml/2006/main" name="Office 主题">
  <a:themeElements>
    <a:clrScheme name="自定义 102">
      <a:dk1>
        <a:srgbClr val="000000"/>
      </a:dk1>
      <a:lt1>
        <a:srgbClr val="FFFFFF"/>
      </a:lt1>
      <a:dk2>
        <a:srgbClr val="011163"/>
      </a:dk2>
      <a:lt2>
        <a:srgbClr val="F3F5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70</Words>
  <Application>WPS Presentation</Application>
  <PresentationFormat>宽屏</PresentationFormat>
  <Paragraphs>14</Paragraphs>
  <Slides>29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Arial</vt:lpstr>
      <vt:lpstr>SimSun</vt:lpstr>
      <vt:lpstr>Wingdings</vt:lpstr>
      <vt:lpstr>MiSans Normal</vt:lpstr>
      <vt:lpstr>苹方-简</vt:lpstr>
      <vt:lpstr>Wingdings</vt:lpstr>
      <vt:lpstr>MiSans Heavy</vt:lpstr>
      <vt:lpstr>Microsoft YaHei</vt:lpstr>
      <vt:lpstr>汉仪旗黑</vt:lpstr>
      <vt:lpstr>Arial Unicode MS</vt:lpstr>
      <vt:lpstr>MiSans Normal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谢杰</cp:lastModifiedBy>
  <cp:revision>266</cp:revision>
  <dcterms:created xsi:type="dcterms:W3CDTF">2026-03-03T05:41:59Z</dcterms:created>
  <dcterms:modified xsi:type="dcterms:W3CDTF">2026-03-03T05:41:59Z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1033-12.1.25201.25201</vt:lpwstr>
  </property>
  <property fmtid="{D5CDD505-2E9C-101B-9397-08002B2CF9AE}" pid="3" name="ICV">
    <vt:lpwstr>9F555CF350F8D710F2982C65846E66C9_41</vt:lpwstr>
  </property>
  <property fmtid="{D5CDD505-2E9C-101B-9397-08002B2CF9AE}" pid="4" name="KSOTemplateUUID">
    <vt:lpwstr>v1.0_mb_WWKVAA3calnmZWOTug9OwQ==</vt:lpwstr>
  </property>
</Properties>
</file>