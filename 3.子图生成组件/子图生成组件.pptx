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67"/>
  </p:handoutMasterIdLst>
  <p:sldIdLst>
    <p:sldId id="346" r:id="rId3"/>
    <p:sldId id="426" r:id="rId5"/>
    <p:sldId id="552" r:id="rId6"/>
    <p:sldId id="427" r:id="rId7"/>
    <p:sldId id="428" r:id="rId8"/>
    <p:sldId id="553" r:id="rId9"/>
    <p:sldId id="554" r:id="rId10"/>
    <p:sldId id="561" r:id="rId11"/>
    <p:sldId id="569" r:id="rId12"/>
    <p:sldId id="570" r:id="rId13"/>
    <p:sldId id="571" r:id="rId14"/>
    <p:sldId id="572" r:id="rId15"/>
    <p:sldId id="573" r:id="rId16"/>
    <p:sldId id="574" r:id="rId17"/>
    <p:sldId id="575" r:id="rId18"/>
    <p:sldId id="576" r:id="rId19"/>
    <p:sldId id="555" r:id="rId20"/>
    <p:sldId id="430" r:id="rId21"/>
    <p:sldId id="556" r:id="rId22"/>
    <p:sldId id="557" r:id="rId23"/>
    <p:sldId id="558" r:id="rId24"/>
    <p:sldId id="559" r:id="rId25"/>
    <p:sldId id="560" r:id="rId26"/>
    <p:sldId id="431" r:id="rId27"/>
    <p:sldId id="433" r:id="rId28"/>
    <p:sldId id="579" r:id="rId29"/>
    <p:sldId id="580" r:id="rId30"/>
    <p:sldId id="434" r:id="rId31"/>
    <p:sldId id="581" r:id="rId32"/>
    <p:sldId id="435" r:id="rId33"/>
    <p:sldId id="582" r:id="rId34"/>
    <p:sldId id="614" r:id="rId35"/>
    <p:sldId id="617" r:id="rId36"/>
    <p:sldId id="618" r:id="rId37"/>
    <p:sldId id="583" r:id="rId38"/>
    <p:sldId id="584" r:id="rId39"/>
    <p:sldId id="616" r:id="rId40"/>
    <p:sldId id="619" r:id="rId41"/>
    <p:sldId id="620" r:id="rId42"/>
    <p:sldId id="585" r:id="rId43"/>
    <p:sldId id="621" r:id="rId44"/>
    <p:sldId id="623" r:id="rId45"/>
    <p:sldId id="624" r:id="rId46"/>
    <p:sldId id="625" r:id="rId47"/>
    <p:sldId id="626" r:id="rId48"/>
    <p:sldId id="627" r:id="rId49"/>
    <p:sldId id="628" r:id="rId50"/>
    <p:sldId id="586" r:id="rId51"/>
    <p:sldId id="587" r:id="rId52"/>
    <p:sldId id="588" r:id="rId53"/>
    <p:sldId id="589" r:id="rId54"/>
    <p:sldId id="590" r:id="rId55"/>
    <p:sldId id="437" r:id="rId56"/>
    <p:sldId id="629" r:id="rId57"/>
    <p:sldId id="592" r:id="rId58"/>
    <p:sldId id="438" r:id="rId59"/>
    <p:sldId id="630" r:id="rId60"/>
    <p:sldId id="593" r:id="rId61"/>
    <p:sldId id="439" r:id="rId62"/>
    <p:sldId id="631" r:id="rId63"/>
    <p:sldId id="594" r:id="rId64"/>
    <p:sldId id="595" r:id="rId65"/>
    <p:sldId id="344" r:id="rId66"/>
  </p:sldIdLst>
  <p:sldSz cx="12192000" cy="6858000"/>
  <p:notesSz cx="6858000" cy="9144000"/>
  <p:custDataLst>
    <p:tags r:id="rId7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8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熊仪_aYju7RJj" initials="熊" lastIdx="0" clrIdx="0"/>
  <p:cmAuthor id="1" name="哒哒 熊猫" initials="哒哒" lastIdx="1" clrIdx="0"/>
  <p:cmAuthor id="8" name="yifei" initials="y" lastIdx="1" clrIdx="7"/>
  <p:cmAuthor id="2" name="kingsoft" initials="k" lastIdx="1" clrIdx="1"/>
  <p:cmAuthor id="9" name="ADMIN" initials="A" lastIdx="1" clrIdx="8"/>
  <p:cmAuthor id="3" name="zhouzean" initials="z" lastIdx="1" clrIdx="2"/>
  <p:cmAuthor id="4" name="李鹏飞_6bQfzI3a" initials="李" lastIdx="0" clrIdx="0"/>
  <p:cmAuthor id="5" name="李晓菲_MZFnUzi6" initials="李" lastIdx="0" clrIdx="0"/>
  <p:cmAuthor id="6" name="小珞_QjMfU7FR" initials="小" lastIdx="0" clrIdx="0"/>
  <p:cmAuthor id="2001" name="骆倩怡_Znauj26B" initials="authorId_382814100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F9F9"/>
    <a:srgbClr val="1E2432"/>
    <a:srgbClr val="F7F6F3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" d="100"/>
          <a:sy n="10" d="100"/>
        </p:scale>
        <p:origin x="-197" y="2280"/>
      </p:cViewPr>
      <p:guideLst>
        <p:guide orient="horz" pos="2160"/>
        <p:guide pos="3887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2" Type="http://schemas.openxmlformats.org/officeDocument/2006/relationships/tags" Target="tags/tag164.xml"/><Relationship Id="rId71" Type="http://schemas.openxmlformats.org/officeDocument/2006/relationships/commentAuthors" Target="commentAuthors.xml"/><Relationship Id="rId70" Type="http://schemas.openxmlformats.org/officeDocument/2006/relationships/tableStyles" Target="tableStyles.xml"/><Relationship Id="rId7" Type="http://schemas.openxmlformats.org/officeDocument/2006/relationships/slide" Target="slides/slide4.xml"/><Relationship Id="rId69" Type="http://schemas.openxmlformats.org/officeDocument/2006/relationships/viewProps" Target="viewProps.xml"/><Relationship Id="rId68" Type="http://schemas.openxmlformats.org/officeDocument/2006/relationships/presProps" Target="presProps.xml"/><Relationship Id="rId67" Type="http://schemas.openxmlformats.org/officeDocument/2006/relationships/handoutMaster" Target="handoutMasters/handoutMaster1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iSans Normal" panose="00000500000000000000" charset="-122"/>
        <a:ea typeface="MiSans Normal" panose="00000500000000000000" charset="-122"/>
        <a:cs typeface="MiSans Normal" panose="00000500000000000000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Sans Normal" panose="00000500000000000000" charset="-122"/>
        <a:ea typeface="MiSans Normal" panose="00000500000000000000" charset="-122"/>
        <a:cs typeface="MiSans Normal" panose="00000500000000000000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Sans Normal" panose="00000500000000000000" charset="-122"/>
        <a:ea typeface="MiSans Normal" panose="00000500000000000000" charset="-122"/>
        <a:cs typeface="MiSans Normal" panose="00000500000000000000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Sans Normal" panose="00000500000000000000" charset="-122"/>
        <a:ea typeface="MiSans Normal" panose="00000500000000000000" charset="-122"/>
        <a:cs typeface="MiSans Normal" panose="00000500000000000000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Sans Normal" panose="00000500000000000000" charset="-122"/>
        <a:ea typeface="MiSans Normal" panose="00000500000000000000" charset="-122"/>
        <a:cs typeface="MiSans Normal" panose="00000500000000000000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30.xml"/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38.xml"/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1" Type="http://schemas.openxmlformats.org/officeDocument/2006/relationships/tags" Target="../tags/tag40.xml"/><Relationship Id="rId10" Type="http://schemas.openxmlformats.org/officeDocument/2006/relationships/tags" Target="../tags/tag39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47.xml"/><Relationship Id="rId7" Type="http://schemas.openxmlformats.org/officeDocument/2006/relationships/tags" Target="../tags/tag46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55.xml"/><Relationship Id="rId8" Type="http://schemas.openxmlformats.org/officeDocument/2006/relationships/tags" Target="../tags/tag54.xml"/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0" Type="http://schemas.openxmlformats.org/officeDocument/2006/relationships/tags" Target="../tags/tag5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84.xml"/><Relationship Id="rId8" Type="http://schemas.openxmlformats.org/officeDocument/2006/relationships/tags" Target="../tags/tag83.xml"/><Relationship Id="rId7" Type="http://schemas.openxmlformats.org/officeDocument/2006/relationships/tags" Target="../tags/tag82.xml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7" Type="http://schemas.openxmlformats.org/officeDocument/2006/relationships/tags" Target="../tags/tag92.xml"/><Relationship Id="rId16" Type="http://schemas.openxmlformats.org/officeDocument/2006/relationships/tags" Target="../tags/tag91.xml"/><Relationship Id="rId15" Type="http://schemas.openxmlformats.org/officeDocument/2006/relationships/tags" Target="../tags/tag90.xml"/><Relationship Id="rId14" Type="http://schemas.openxmlformats.org/officeDocument/2006/relationships/tags" Target="../tags/tag89.xml"/><Relationship Id="rId13" Type="http://schemas.openxmlformats.org/officeDocument/2006/relationships/tags" Target="../tags/tag88.xml"/><Relationship Id="rId12" Type="http://schemas.openxmlformats.org/officeDocument/2006/relationships/tags" Target="../tags/tag87.xml"/><Relationship Id="rId11" Type="http://schemas.openxmlformats.org/officeDocument/2006/relationships/tags" Target="../tags/tag86.xml"/><Relationship Id="rId10" Type="http://schemas.openxmlformats.org/officeDocument/2006/relationships/tags" Target="../tags/tag85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任意多边形 14"/>
          <p:cNvSpPr/>
          <p:nvPr>
            <p:custDataLst>
              <p:tags r:id="rId2"/>
            </p:custDataLst>
          </p:nvPr>
        </p:nvSpPr>
        <p:spPr>
          <a:xfrm>
            <a:off x="-14605" y="-14605"/>
            <a:ext cx="6006465" cy="689737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459" h="10862">
                <a:moveTo>
                  <a:pt x="0" y="0"/>
                </a:moveTo>
                <a:lnTo>
                  <a:pt x="7595" y="0"/>
                </a:lnTo>
                <a:lnTo>
                  <a:pt x="7612" y="22"/>
                </a:lnTo>
                <a:cubicBezTo>
                  <a:pt x="8770" y="1514"/>
                  <a:pt x="9459" y="3388"/>
                  <a:pt x="9459" y="5423"/>
                </a:cubicBezTo>
                <a:cubicBezTo>
                  <a:pt x="9459" y="7458"/>
                  <a:pt x="8770" y="9332"/>
                  <a:pt x="7612" y="10824"/>
                </a:cubicBezTo>
                <a:lnTo>
                  <a:pt x="7582" y="10862"/>
                </a:lnTo>
                <a:lnTo>
                  <a:pt x="0" y="10862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3"/>
            </p:custDataLst>
          </p:nvPr>
        </p:nvSpPr>
        <p:spPr>
          <a:xfrm rot="16200000">
            <a:off x="-1402080" y="1361440"/>
            <a:ext cx="6894830" cy="4119881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0858" h="6488">
                <a:moveTo>
                  <a:pt x="0" y="0"/>
                </a:moveTo>
                <a:lnTo>
                  <a:pt x="10858" y="0"/>
                </a:lnTo>
                <a:lnTo>
                  <a:pt x="10858" y="2789"/>
                </a:lnTo>
                <a:lnTo>
                  <a:pt x="10834" y="2850"/>
                </a:lnTo>
                <a:cubicBezTo>
                  <a:pt x="9962" y="4984"/>
                  <a:pt x="7865" y="6488"/>
                  <a:pt x="5417" y="6488"/>
                </a:cubicBezTo>
                <a:cubicBezTo>
                  <a:pt x="2982" y="6488"/>
                  <a:pt x="895" y="5001"/>
                  <a:pt x="15" y="2885"/>
                </a:cubicBezTo>
                <a:lnTo>
                  <a:pt x="0" y="2849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495300" dist="152400" dir="2700000" algn="tl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4"/>
            </p:custDataLst>
          </p:nvPr>
        </p:nvSpPr>
        <p:spPr>
          <a:xfrm rot="16200000">
            <a:off x="-1342039" y="2313346"/>
            <a:ext cx="4864351" cy="2231073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7660" h="3514">
                <a:moveTo>
                  <a:pt x="0" y="0"/>
                </a:moveTo>
                <a:lnTo>
                  <a:pt x="7660" y="0"/>
                </a:lnTo>
                <a:lnTo>
                  <a:pt x="7659" y="14"/>
                </a:lnTo>
                <a:cubicBezTo>
                  <a:pt x="7485" y="1975"/>
                  <a:pt x="5837" y="3514"/>
                  <a:pt x="3830" y="3514"/>
                </a:cubicBezTo>
                <a:cubicBezTo>
                  <a:pt x="1822" y="3514"/>
                  <a:pt x="173" y="1974"/>
                  <a:pt x="1" y="1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5"/>
            </p:custDataLst>
          </p:nvPr>
        </p:nvSpPr>
        <p:spPr>
          <a:xfrm rot="10800000">
            <a:off x="5155565" y="3855720"/>
            <a:ext cx="5383530" cy="11112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cxnSp>
        <p:nvCxnSpPr>
          <p:cNvPr id="10" name="直接连接符 9"/>
          <p:cNvCxnSpPr/>
          <p:nvPr>
            <p:custDataLst>
              <p:tags r:id="rId6"/>
            </p:custDataLst>
          </p:nvPr>
        </p:nvCxnSpPr>
        <p:spPr>
          <a:xfrm>
            <a:off x="11197590" y="3002915"/>
            <a:ext cx="215900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>
            <p:custDataLst>
              <p:tags r:id="rId7"/>
            </p:custDataLst>
          </p:nvPr>
        </p:nvCxnSpPr>
        <p:spPr>
          <a:xfrm>
            <a:off x="11305540" y="1934210"/>
            <a:ext cx="0" cy="59499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>
            <p:custDataLst>
              <p:tags r:id="rId8"/>
            </p:custDataLst>
          </p:nvPr>
        </p:nvCxnSpPr>
        <p:spPr>
          <a:xfrm>
            <a:off x="11305540" y="3476625"/>
            <a:ext cx="0" cy="63690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椭圆 21"/>
          <p:cNvSpPr/>
          <p:nvPr>
            <p:custDataLst>
              <p:tags r:id="rId9"/>
            </p:custDataLst>
          </p:nvPr>
        </p:nvSpPr>
        <p:spPr>
          <a:xfrm>
            <a:off x="10027285" y="4343400"/>
            <a:ext cx="538480" cy="53848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21" name="椭圆 20"/>
          <p:cNvSpPr/>
          <p:nvPr>
            <p:custDataLst>
              <p:tags r:id="rId10"/>
            </p:custDataLst>
          </p:nvPr>
        </p:nvSpPr>
        <p:spPr>
          <a:xfrm>
            <a:off x="10133965" y="4450080"/>
            <a:ext cx="325120" cy="3251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60000" lnSpcReduction="20000"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90" name="向下箭头"/>
          <p:cNvSpPr/>
          <p:nvPr>
            <p:custDataLst>
              <p:tags r:id="rId11"/>
            </p:custDataLst>
          </p:nvPr>
        </p:nvSpPr>
        <p:spPr>
          <a:xfrm>
            <a:off x="10238105" y="4542790"/>
            <a:ext cx="118745" cy="139700"/>
          </a:xfrm>
          <a:custGeom>
            <a:avLst/>
            <a:gdLst>
              <a:gd name="connsiteX0" fmla="*/ 222512 w 477622"/>
              <a:gd name="connsiteY0" fmla="*/ 0 h 559381"/>
              <a:gd name="connsiteX1" fmla="*/ 258512 w 477622"/>
              <a:gd name="connsiteY1" fmla="*/ 0 h 559381"/>
              <a:gd name="connsiteX2" fmla="*/ 258512 w 477622"/>
              <a:gd name="connsiteY2" fmla="*/ 488296 h 559381"/>
              <a:gd name="connsiteX3" fmla="*/ 452168 w 477622"/>
              <a:gd name="connsiteY3" fmla="*/ 294641 h 559381"/>
              <a:gd name="connsiteX4" fmla="*/ 477622 w 477622"/>
              <a:gd name="connsiteY4" fmla="*/ 320096 h 559381"/>
              <a:gd name="connsiteX5" fmla="*/ 264266 w 477622"/>
              <a:gd name="connsiteY5" fmla="*/ 533452 h 559381"/>
              <a:gd name="connsiteX6" fmla="*/ 264740 w 477622"/>
              <a:gd name="connsiteY6" fmla="*/ 533926 h 559381"/>
              <a:gd name="connsiteX7" fmla="*/ 239284 w 477622"/>
              <a:gd name="connsiteY7" fmla="*/ 559381 h 559381"/>
              <a:gd name="connsiteX8" fmla="*/ 238812 w 477622"/>
              <a:gd name="connsiteY8" fmla="*/ 558908 h 559381"/>
              <a:gd name="connsiteX9" fmla="*/ 238338 w 477622"/>
              <a:gd name="connsiteY9" fmla="*/ 559381 h 559381"/>
              <a:gd name="connsiteX10" fmla="*/ 212882 w 477622"/>
              <a:gd name="connsiteY10" fmla="*/ 533926 h 559381"/>
              <a:gd name="connsiteX11" fmla="*/ 213356 w 477622"/>
              <a:gd name="connsiteY11" fmla="*/ 533452 h 559381"/>
              <a:gd name="connsiteX12" fmla="*/ 0 w 477622"/>
              <a:gd name="connsiteY12" fmla="*/ 320096 h 559381"/>
              <a:gd name="connsiteX13" fmla="*/ 25456 w 477622"/>
              <a:gd name="connsiteY13" fmla="*/ 294641 h 559381"/>
              <a:gd name="connsiteX14" fmla="*/ 222512 w 477622"/>
              <a:gd name="connsiteY14" fmla="*/ 491698 h 559381"/>
              <a:gd name="connsiteX15" fmla="*/ 222512 w 477622"/>
              <a:gd name="connsiteY15" fmla="*/ 0 h 559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77622" h="559381">
                <a:moveTo>
                  <a:pt x="222512" y="0"/>
                </a:moveTo>
                <a:lnTo>
                  <a:pt x="258512" y="0"/>
                </a:lnTo>
                <a:lnTo>
                  <a:pt x="258512" y="488296"/>
                </a:lnTo>
                <a:lnTo>
                  <a:pt x="452168" y="294641"/>
                </a:lnTo>
                <a:lnTo>
                  <a:pt x="477622" y="320096"/>
                </a:lnTo>
                <a:lnTo>
                  <a:pt x="264266" y="533452"/>
                </a:lnTo>
                <a:lnTo>
                  <a:pt x="264740" y="533926"/>
                </a:lnTo>
                <a:lnTo>
                  <a:pt x="239284" y="559381"/>
                </a:lnTo>
                <a:lnTo>
                  <a:pt x="238812" y="558908"/>
                </a:lnTo>
                <a:lnTo>
                  <a:pt x="238338" y="559381"/>
                </a:lnTo>
                <a:lnTo>
                  <a:pt x="212882" y="533926"/>
                </a:lnTo>
                <a:lnTo>
                  <a:pt x="213356" y="533452"/>
                </a:lnTo>
                <a:lnTo>
                  <a:pt x="0" y="320096"/>
                </a:lnTo>
                <a:lnTo>
                  <a:pt x="25456" y="294641"/>
                </a:lnTo>
                <a:lnTo>
                  <a:pt x="222512" y="491698"/>
                </a:lnTo>
                <a:lnTo>
                  <a:pt x="222512" y="0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2"/>
            </p:custDataLst>
          </p:nvPr>
        </p:nvSpPr>
        <p:spPr>
          <a:xfrm>
            <a:off x="8945880" y="5997575"/>
            <a:ext cx="3246120" cy="8604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12" h="1355">
                <a:moveTo>
                  <a:pt x="301" y="0"/>
                </a:moveTo>
                <a:lnTo>
                  <a:pt x="5112" y="0"/>
                </a:lnTo>
                <a:lnTo>
                  <a:pt x="5112" y="1355"/>
                </a:lnTo>
                <a:lnTo>
                  <a:pt x="0" y="1355"/>
                </a:lnTo>
                <a:lnTo>
                  <a:pt x="0" y="301"/>
                </a:lnTo>
                <a:cubicBezTo>
                  <a:pt x="0" y="135"/>
                  <a:pt x="135" y="0"/>
                  <a:pt x="301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9" name="署名"/>
          <p:cNvSpPr txBox="1">
            <a:spLocks noGrp="1"/>
          </p:cNvSpPr>
          <p:nvPr>
            <p:ph type="body" idx="3" hasCustomPrompt="1"/>
            <p:custDataLst>
              <p:tags r:id="rId13"/>
            </p:custDataLst>
          </p:nvPr>
        </p:nvSpPr>
        <p:spPr>
          <a:xfrm>
            <a:off x="2273300" y="4438650"/>
            <a:ext cx="7589520" cy="6616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MiSans Heavy" panose="00000A00000000000000" charset="-122"/>
                <a:ea typeface="MiSans Heavy" panose="00000A00000000000000" charset="-122"/>
                <a:cs typeface="MiSans Normal" panose="00000500000000000000" charset="-122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 dirty="0">
                <a:sym typeface="+mn-ea"/>
              </a:rPr>
              <a:t>单击编辑文本</a:t>
            </a:r>
            <a:endParaRPr dirty="0">
              <a:sym typeface="+mn-ea"/>
            </a:endParaRPr>
          </a:p>
        </p:txBody>
      </p:sp>
      <p:sp>
        <p:nvSpPr>
          <p:cNvPr id="8" name="副标题"/>
          <p:cNvSpPr txBox="1">
            <a:spLocks noGrp="1"/>
          </p:cNvSpPr>
          <p:nvPr>
            <p:ph type="body" idx="2" hasCustomPrompt="1"/>
            <p:custDataLst>
              <p:tags r:id="rId14"/>
            </p:custDataLst>
          </p:nvPr>
        </p:nvSpPr>
        <p:spPr>
          <a:xfrm>
            <a:off x="2273935" y="1953895"/>
            <a:ext cx="8413115" cy="556260"/>
          </a:xfrm>
          <a:prstGeom prst="rect">
            <a:avLst/>
          </a:prstGeom>
          <a:noFill/>
        </p:spPr>
        <p:txBody>
          <a:bodyPr wrap="square" lIns="91440" tIns="45720" rIns="144145" bIns="45720" rtlCol="0" anchor="t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400" b="0" i="0" u="none" strike="noStrike" kern="1200" cap="none" spc="0" normalizeH="0" baseline="0" noProof="1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>
                <a:sym typeface="+mn-ea"/>
              </a:rPr>
              <a:t>单击此处编辑母版副标题样式</a:t>
            </a:r>
            <a:endParaRPr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5"/>
            </p:custDataLst>
          </p:nvPr>
        </p:nvSpPr>
        <p:spPr>
          <a:xfrm>
            <a:off x="2273300" y="2510155"/>
            <a:ext cx="8413750" cy="17094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72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文"/>
          <p:cNvSpPr txBox="1">
            <a:spLocks noGrp="1"/>
          </p:cNvSpPr>
          <p:nvPr>
            <p:ph idx="3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4" name="任意多边形 13"/>
          <p:cNvSpPr/>
          <p:nvPr>
            <p:custDataLst>
              <p:tags r:id="rId3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/>
            <p:custDataLst>
              <p:tags r:id="rId4"/>
            </p:custDataLst>
          </p:nvPr>
        </p:nvSpPr>
        <p:spPr>
          <a:xfrm>
            <a:off x="608330" y="397510"/>
            <a:ext cx="10968990" cy="678815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直接连接符 59"/>
          <p:cNvCxnSpPr/>
          <p:nvPr>
            <p:custDataLst>
              <p:tags r:id="rId2"/>
            </p:custDataLst>
          </p:nvPr>
        </p:nvCxnSpPr>
        <p:spPr>
          <a:xfrm>
            <a:off x="3509010" y="1475105"/>
            <a:ext cx="0" cy="4572000"/>
          </a:xfrm>
          <a:prstGeom prst="line">
            <a:avLst/>
          </a:prstGeom>
          <a:ln>
            <a:solidFill>
              <a:schemeClr val="bg2">
                <a:lumMod val="50000"/>
                <a:alpha val="2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任意多边形 7"/>
          <p:cNvSpPr/>
          <p:nvPr>
            <p:custDataLst>
              <p:tags r:id="rId3"/>
            </p:custDataLst>
          </p:nvPr>
        </p:nvSpPr>
        <p:spPr>
          <a:xfrm>
            <a:off x="-18415" y="0"/>
            <a:ext cx="2251075" cy="87185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545" h="1373">
                <a:moveTo>
                  <a:pt x="0" y="0"/>
                </a:moveTo>
                <a:lnTo>
                  <a:pt x="3545" y="0"/>
                </a:lnTo>
                <a:lnTo>
                  <a:pt x="3545" y="1023"/>
                </a:lnTo>
                <a:cubicBezTo>
                  <a:pt x="3545" y="1217"/>
                  <a:pt x="3389" y="1373"/>
                  <a:pt x="3195" y="1373"/>
                </a:cubicBezTo>
                <a:lnTo>
                  <a:pt x="9" y="1373"/>
                </a:lnTo>
                <a:lnTo>
                  <a:pt x="0" y="1373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4"/>
            </p:custDataLst>
          </p:nvPr>
        </p:nvSpPr>
        <p:spPr>
          <a:xfrm>
            <a:off x="1165860" y="4138930"/>
            <a:ext cx="1375408" cy="1951990"/>
          </a:xfrm>
          <a:prstGeom prst="rect">
            <a:avLst/>
          </a:prstGeom>
          <a:noFill/>
        </p:spPr>
        <p:txBody>
          <a:bodyPr vert="eaVert" wrap="square" lIns="91440" tIns="45720" rIns="91440" bIns="45720" rtlCol="0" anchor="ctr">
            <a:normAutofit/>
          </a:bodyPr>
          <a:lstStyle>
            <a:lvl1pPr marL="0" marR="0" lvl="0" algn="just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2000" b="0" i="0" u="none" strike="noStrike" kern="1200" cap="none" spc="0" normalizeH="0" baseline="0" noProof="1">
                <a:solidFill>
                  <a:schemeClr val="bg1">
                    <a:lumMod val="85000"/>
                  </a:schemeClr>
                </a:solidFill>
                <a:latin typeface="MiSans Heavy" panose="00000A00000000000000" charset="-122"/>
                <a:ea typeface="MiSans Heavy" panose="00000A00000000000000" charset="-122"/>
                <a:cs typeface="MiSans Normal" panose="00000500000000000000" charset="-122"/>
                <a:sym typeface="+mn-ea"/>
              </a:defRPr>
            </a:lvl1pPr>
          </a:lstStyle>
          <a:p>
            <a:pPr lvl="0" algn="just">
              <a:buClrTx/>
              <a:buSzTx/>
              <a:buFontTx/>
            </a:pPr>
            <a:r>
              <a:rPr dirty="0" err="1">
                <a:sym typeface="+mn-ea"/>
              </a:rPr>
              <a:t>单击编辑副标题</a:t>
            </a:r>
            <a:endParaRPr dirty="0"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5"/>
            </p:custDataLst>
          </p:nvPr>
        </p:nvSpPr>
        <p:spPr>
          <a:xfrm>
            <a:off x="1166495" y="1793240"/>
            <a:ext cx="1375410" cy="2122210"/>
          </a:xfrm>
          <a:prstGeom prst="rect">
            <a:avLst/>
          </a:prstGeom>
          <a:noFill/>
        </p:spPr>
        <p:txBody>
          <a:bodyPr vert="eaVert" wrap="square" lIns="91440" tIns="45720" rIns="91440" bIns="45720" rtlCol="0" anchor="ctr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>
            <p:custDataLst>
              <p:tags r:id="rId2"/>
            </p:custDataLst>
          </p:nvPr>
        </p:nvSpPr>
        <p:spPr>
          <a:xfrm rot="16200000">
            <a:off x="977900" y="1336040"/>
            <a:ext cx="4351020" cy="435102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1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11" name="椭圆 10"/>
          <p:cNvSpPr/>
          <p:nvPr>
            <p:custDataLst>
              <p:tags r:id="rId3"/>
            </p:custDataLst>
          </p:nvPr>
        </p:nvSpPr>
        <p:spPr>
          <a:xfrm rot="16200000">
            <a:off x="1828800" y="2186940"/>
            <a:ext cx="2649220" cy="264922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9" name="弧形 8"/>
          <p:cNvSpPr/>
          <p:nvPr>
            <p:custDataLst>
              <p:tags r:id="rId4"/>
            </p:custDataLst>
          </p:nvPr>
        </p:nvSpPr>
        <p:spPr>
          <a:xfrm>
            <a:off x="301625" y="659765"/>
            <a:ext cx="5703570" cy="5703570"/>
          </a:xfrm>
          <a:prstGeom prst="arc">
            <a:avLst>
              <a:gd name="adj1" fmla="val 16200000"/>
              <a:gd name="adj2" fmla="val 5319923"/>
            </a:avLst>
          </a:prstGeom>
          <a:ln>
            <a:solidFill>
              <a:schemeClr val="bg2">
                <a:lumMod val="8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0" name="圆角矩形 9"/>
          <p:cNvSpPr/>
          <p:nvPr>
            <p:custDataLst>
              <p:tags r:id="rId5"/>
            </p:custDataLst>
          </p:nvPr>
        </p:nvSpPr>
        <p:spPr>
          <a:xfrm rot="10800000">
            <a:off x="6876415" y="3851910"/>
            <a:ext cx="2408555" cy="15938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6"/>
            </p:custDataLst>
          </p:nvPr>
        </p:nvSpPr>
        <p:spPr>
          <a:xfrm flipV="1">
            <a:off x="8945880" y="0"/>
            <a:ext cx="3246120" cy="8604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12" h="1355">
                <a:moveTo>
                  <a:pt x="301" y="0"/>
                </a:moveTo>
                <a:lnTo>
                  <a:pt x="5112" y="0"/>
                </a:lnTo>
                <a:lnTo>
                  <a:pt x="5112" y="1355"/>
                </a:lnTo>
                <a:lnTo>
                  <a:pt x="0" y="1355"/>
                </a:lnTo>
                <a:lnTo>
                  <a:pt x="0" y="301"/>
                </a:lnTo>
                <a:cubicBezTo>
                  <a:pt x="0" y="135"/>
                  <a:pt x="135" y="0"/>
                  <a:pt x="301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8" name="节编号"/>
          <p:cNvSpPr txBox="1">
            <a:spLocks noGrp="1"/>
          </p:cNvSpPr>
          <p:nvPr>
            <p:ph type="body" idx="2" hasCustomPrompt="1"/>
            <p:custDataLst>
              <p:tags r:id="rId7"/>
            </p:custDataLst>
          </p:nvPr>
        </p:nvSpPr>
        <p:spPr>
          <a:xfrm>
            <a:off x="1828800" y="3004185"/>
            <a:ext cx="2649220" cy="1208405"/>
          </a:xfrm>
          <a:prstGeom prst="rect">
            <a:avLst/>
          </a:prstGeom>
          <a:noFill/>
        </p:spPr>
        <p:txBody>
          <a:bodyPr wrap="square" lIns="91440" tIns="45720" rIns="91440" bIns="45720" rtlCol="0" anchor="t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6000" b="0" i="0" u="none" strike="noStrike" kern="1200" cap="none" spc="2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MiSans Heavy" panose="00000A00000000000000" charset="-122"/>
                <a:ea typeface="MiSans Heavy" panose="00000A00000000000000" charset="-122"/>
                <a:cs typeface="MiSans Normal" panose="00000500000000000000" charset="-122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>
                <a:sym typeface="+mn-ea"/>
              </a:rPr>
              <a:t>节编号</a:t>
            </a:r>
            <a:endParaRPr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8"/>
            </p:custDataLst>
          </p:nvPr>
        </p:nvSpPr>
        <p:spPr>
          <a:xfrm>
            <a:off x="6732905" y="2092325"/>
            <a:ext cx="5005070" cy="1684020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4800" b="0" i="0" u="none" strike="noStrike" kern="1200" cap="none" spc="2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单击编辑标题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标题和两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文"/>
          <p:cNvSpPr txBox="1">
            <a:spLocks noGrp="1"/>
          </p:cNvSpPr>
          <p:nvPr>
            <p:ph idx="4"/>
            <p:custDataLst>
              <p:tags r:id="rId2"/>
            </p:custDataLst>
          </p:nvPr>
        </p:nvSpPr>
        <p:spPr>
          <a:xfrm>
            <a:off x="6400805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9" name="正文"/>
          <p:cNvSpPr txBox="1">
            <a:spLocks noGrp="1"/>
          </p:cNvSpPr>
          <p:nvPr>
            <p:ph idx="3"/>
            <p:custDataLst>
              <p:tags r:id="rId3"/>
            </p:custDataLst>
          </p:nvPr>
        </p:nvSpPr>
        <p:spPr>
          <a:xfrm>
            <a:off x="608400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lvl="0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4" name="任意多边形 13"/>
          <p:cNvSpPr/>
          <p:nvPr>
            <p:custDataLst>
              <p:tags r:id="rId4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1"/>
            <p:custDataLst>
              <p:tags r:id="rId5"/>
            </p:custDataLst>
          </p:nvPr>
        </p:nvSpPr>
        <p:spPr>
          <a:xfrm>
            <a:off x="608330" y="397510"/>
            <a:ext cx="10968990" cy="678815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标题和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文"/>
          <p:cNvSpPr txBox="1">
            <a:spLocks noGrp="1"/>
          </p:cNvSpPr>
          <p:nvPr>
            <p:ph idx="6"/>
            <p:custDataLst>
              <p:tags r:id="rId2"/>
            </p:custDataLst>
          </p:nvPr>
        </p:nvSpPr>
        <p:spPr>
          <a:xfrm>
            <a:off x="62352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4" name="标题"/>
          <p:cNvSpPr txBox="1">
            <a:spLocks noGrp="1"/>
          </p:cNvSpPr>
          <p:nvPr>
            <p:ph type="title" idx="5"/>
            <p:custDataLst>
              <p:tags r:id="rId3"/>
            </p:custDataLst>
          </p:nvPr>
        </p:nvSpPr>
        <p:spPr>
          <a:xfrm>
            <a:off x="6235200" y="1429200"/>
            <a:ext cx="5342400" cy="40011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panose="00000500000000000000" charset="-122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13" name="正文"/>
          <p:cNvSpPr txBox="1">
            <a:spLocks noGrp="1"/>
          </p:cNvSpPr>
          <p:nvPr>
            <p:ph idx="4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2" name="标题"/>
          <p:cNvSpPr txBox="1">
            <a:spLocks noGrp="1"/>
          </p:cNvSpPr>
          <p:nvPr>
            <p:ph type="title" idx="3"/>
            <p:custDataLst>
              <p:tags r:id="rId5"/>
            </p:custDataLst>
          </p:nvPr>
        </p:nvSpPr>
        <p:spPr>
          <a:xfrm>
            <a:off x="608400" y="1429200"/>
            <a:ext cx="5342400" cy="40011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panose="00000500000000000000" charset="-122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11" name="任意多边形 10"/>
          <p:cNvSpPr/>
          <p:nvPr>
            <p:custDataLst>
              <p:tags r:id="rId6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0" name="标题"/>
          <p:cNvSpPr txBox="1">
            <a:spLocks noGrp="1"/>
          </p:cNvSpPr>
          <p:nvPr>
            <p:ph type="title" idx="1"/>
            <p:custDataLst>
              <p:tags r:id="rId7"/>
            </p:custDataLst>
          </p:nvPr>
        </p:nvSpPr>
        <p:spPr>
          <a:xfrm>
            <a:off x="608330" y="397510"/>
            <a:ext cx="10968990" cy="678815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>
            <p:custDataLst>
              <p:tags r:id="rId2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/>
            <p:custDataLst>
              <p:tags r:id="rId3"/>
            </p:custDataLst>
          </p:nvPr>
        </p:nvSpPr>
        <p:spPr>
          <a:xfrm>
            <a:off x="608330" y="397510"/>
            <a:ext cx="10968990" cy="678815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任意多边形 13"/>
          <p:cNvSpPr/>
          <p:nvPr>
            <p:custDataLst>
              <p:tags r:id="rId2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文"/>
          <p:cNvSpPr txBox="1">
            <a:spLocks noGrp="1"/>
          </p:cNvSpPr>
          <p:nvPr>
            <p:ph idx="2"/>
            <p:custDataLst>
              <p:tags r:id="rId2"/>
            </p:custDataLst>
          </p:nvPr>
        </p:nvSpPr>
        <p:spPr>
          <a:xfrm>
            <a:off x="608330" y="397510"/>
            <a:ext cx="10968990" cy="585914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4" name="任意多边形 13"/>
          <p:cNvSpPr/>
          <p:nvPr>
            <p:custDataLst>
              <p:tags r:id="rId3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7"/>
          <p:cNvSpPr/>
          <p:nvPr>
            <p:custDataLst>
              <p:tags r:id="rId2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3"/>
            </p:custDataLst>
          </p:nvPr>
        </p:nvSpPr>
        <p:spPr>
          <a:xfrm>
            <a:off x="608330" y="1075690"/>
            <a:ext cx="10968990" cy="471805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0" i="0" u="none" strike="noStrike" kern="1200" cap="none" spc="3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MiSans Normal" panose="00000500000000000000" charset="-122"/>
              </a:defRPr>
            </a:lvl1pPr>
          </a:lstStyle>
          <a:p>
            <a:pPr lvl="0" algn="l"/>
            <a:r>
              <a:rPr>
                <a:sym typeface="+mn-ea"/>
              </a:rPr>
              <a:t>单击此处编辑母版副标题样式</a:t>
            </a:r>
            <a:endParaRPr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/>
            <p:custDataLst>
              <p:tags r:id="rId4"/>
            </p:custDataLst>
          </p:nvPr>
        </p:nvSpPr>
        <p:spPr>
          <a:xfrm>
            <a:off x="608330" y="397510"/>
            <a:ext cx="10968990" cy="678815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 22"/>
          <p:cNvSpPr/>
          <p:nvPr>
            <p:custDataLst>
              <p:tags r:id="rId2"/>
            </p:custDataLst>
          </p:nvPr>
        </p:nvSpPr>
        <p:spPr>
          <a:xfrm>
            <a:off x="-14605" y="-14605"/>
            <a:ext cx="6006465" cy="689737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459" h="10862">
                <a:moveTo>
                  <a:pt x="0" y="0"/>
                </a:moveTo>
                <a:lnTo>
                  <a:pt x="7595" y="0"/>
                </a:lnTo>
                <a:lnTo>
                  <a:pt x="7612" y="22"/>
                </a:lnTo>
                <a:cubicBezTo>
                  <a:pt x="8770" y="1514"/>
                  <a:pt x="9459" y="3388"/>
                  <a:pt x="9459" y="5423"/>
                </a:cubicBezTo>
                <a:cubicBezTo>
                  <a:pt x="9459" y="7458"/>
                  <a:pt x="8770" y="9332"/>
                  <a:pt x="7612" y="10824"/>
                </a:cubicBezTo>
                <a:lnTo>
                  <a:pt x="7582" y="10862"/>
                </a:lnTo>
                <a:lnTo>
                  <a:pt x="0" y="10862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3"/>
            </p:custDataLst>
          </p:nvPr>
        </p:nvSpPr>
        <p:spPr>
          <a:xfrm rot="16200000">
            <a:off x="-1402080" y="1361440"/>
            <a:ext cx="6894830" cy="4119881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0858" h="6488">
                <a:moveTo>
                  <a:pt x="0" y="0"/>
                </a:moveTo>
                <a:lnTo>
                  <a:pt x="10858" y="0"/>
                </a:lnTo>
                <a:lnTo>
                  <a:pt x="10858" y="2789"/>
                </a:lnTo>
                <a:lnTo>
                  <a:pt x="10834" y="2850"/>
                </a:lnTo>
                <a:cubicBezTo>
                  <a:pt x="9962" y="4984"/>
                  <a:pt x="7865" y="6488"/>
                  <a:pt x="5417" y="6488"/>
                </a:cubicBezTo>
                <a:cubicBezTo>
                  <a:pt x="2982" y="6488"/>
                  <a:pt x="895" y="5001"/>
                  <a:pt x="15" y="2885"/>
                </a:cubicBezTo>
                <a:lnTo>
                  <a:pt x="0" y="2849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495300" dist="152400" dir="2700000" algn="tl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4"/>
            </p:custDataLst>
          </p:nvPr>
        </p:nvSpPr>
        <p:spPr>
          <a:xfrm rot="16200000">
            <a:off x="-1342039" y="2313346"/>
            <a:ext cx="4864351" cy="2231073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7660" h="3514">
                <a:moveTo>
                  <a:pt x="0" y="0"/>
                </a:moveTo>
                <a:lnTo>
                  <a:pt x="7660" y="0"/>
                </a:lnTo>
                <a:lnTo>
                  <a:pt x="7659" y="14"/>
                </a:lnTo>
                <a:cubicBezTo>
                  <a:pt x="7485" y="1975"/>
                  <a:pt x="5837" y="3514"/>
                  <a:pt x="3830" y="3514"/>
                </a:cubicBezTo>
                <a:cubicBezTo>
                  <a:pt x="1822" y="3514"/>
                  <a:pt x="173" y="1974"/>
                  <a:pt x="1" y="1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30" name="圆角矩形 29"/>
          <p:cNvSpPr/>
          <p:nvPr>
            <p:custDataLst>
              <p:tags r:id="rId5"/>
            </p:custDataLst>
          </p:nvPr>
        </p:nvSpPr>
        <p:spPr>
          <a:xfrm rot="10800000">
            <a:off x="5155565" y="3089275"/>
            <a:ext cx="5383530" cy="11112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cxnSp>
        <p:nvCxnSpPr>
          <p:cNvPr id="32" name="直接连接符 31"/>
          <p:cNvCxnSpPr/>
          <p:nvPr>
            <p:custDataLst>
              <p:tags r:id="rId6"/>
            </p:custDataLst>
          </p:nvPr>
        </p:nvCxnSpPr>
        <p:spPr>
          <a:xfrm>
            <a:off x="11197590" y="2981325"/>
            <a:ext cx="215900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>
            <p:custDataLst>
              <p:tags r:id="rId7"/>
            </p:custDataLst>
          </p:nvPr>
        </p:nvCxnSpPr>
        <p:spPr>
          <a:xfrm>
            <a:off x="11305540" y="1912620"/>
            <a:ext cx="0" cy="59499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>
            <p:custDataLst>
              <p:tags r:id="rId8"/>
            </p:custDataLst>
          </p:nvPr>
        </p:nvCxnSpPr>
        <p:spPr>
          <a:xfrm>
            <a:off x="11305540" y="3455035"/>
            <a:ext cx="0" cy="63690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椭圆 36"/>
          <p:cNvSpPr/>
          <p:nvPr>
            <p:custDataLst>
              <p:tags r:id="rId9"/>
            </p:custDataLst>
          </p:nvPr>
        </p:nvSpPr>
        <p:spPr>
          <a:xfrm>
            <a:off x="10016490" y="3576955"/>
            <a:ext cx="538480" cy="53848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38" name="椭圆 37"/>
          <p:cNvSpPr/>
          <p:nvPr>
            <p:custDataLst>
              <p:tags r:id="rId10"/>
            </p:custDataLst>
          </p:nvPr>
        </p:nvSpPr>
        <p:spPr>
          <a:xfrm>
            <a:off x="10123170" y="3683635"/>
            <a:ext cx="325120" cy="3251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60000" lnSpcReduction="20000"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39" name="向下箭头"/>
          <p:cNvSpPr/>
          <p:nvPr>
            <p:custDataLst>
              <p:tags r:id="rId11"/>
            </p:custDataLst>
          </p:nvPr>
        </p:nvSpPr>
        <p:spPr>
          <a:xfrm>
            <a:off x="10227310" y="3776345"/>
            <a:ext cx="118745" cy="139700"/>
          </a:xfrm>
          <a:custGeom>
            <a:avLst/>
            <a:gdLst>
              <a:gd name="connsiteX0" fmla="*/ 222512 w 477622"/>
              <a:gd name="connsiteY0" fmla="*/ 0 h 559381"/>
              <a:gd name="connsiteX1" fmla="*/ 258512 w 477622"/>
              <a:gd name="connsiteY1" fmla="*/ 0 h 559381"/>
              <a:gd name="connsiteX2" fmla="*/ 258512 w 477622"/>
              <a:gd name="connsiteY2" fmla="*/ 488296 h 559381"/>
              <a:gd name="connsiteX3" fmla="*/ 452168 w 477622"/>
              <a:gd name="connsiteY3" fmla="*/ 294641 h 559381"/>
              <a:gd name="connsiteX4" fmla="*/ 477622 w 477622"/>
              <a:gd name="connsiteY4" fmla="*/ 320096 h 559381"/>
              <a:gd name="connsiteX5" fmla="*/ 264266 w 477622"/>
              <a:gd name="connsiteY5" fmla="*/ 533452 h 559381"/>
              <a:gd name="connsiteX6" fmla="*/ 264740 w 477622"/>
              <a:gd name="connsiteY6" fmla="*/ 533926 h 559381"/>
              <a:gd name="connsiteX7" fmla="*/ 239284 w 477622"/>
              <a:gd name="connsiteY7" fmla="*/ 559381 h 559381"/>
              <a:gd name="connsiteX8" fmla="*/ 238812 w 477622"/>
              <a:gd name="connsiteY8" fmla="*/ 558908 h 559381"/>
              <a:gd name="connsiteX9" fmla="*/ 238338 w 477622"/>
              <a:gd name="connsiteY9" fmla="*/ 559381 h 559381"/>
              <a:gd name="connsiteX10" fmla="*/ 212882 w 477622"/>
              <a:gd name="connsiteY10" fmla="*/ 533926 h 559381"/>
              <a:gd name="connsiteX11" fmla="*/ 213356 w 477622"/>
              <a:gd name="connsiteY11" fmla="*/ 533452 h 559381"/>
              <a:gd name="connsiteX12" fmla="*/ 0 w 477622"/>
              <a:gd name="connsiteY12" fmla="*/ 320096 h 559381"/>
              <a:gd name="connsiteX13" fmla="*/ 25456 w 477622"/>
              <a:gd name="connsiteY13" fmla="*/ 294641 h 559381"/>
              <a:gd name="connsiteX14" fmla="*/ 222512 w 477622"/>
              <a:gd name="connsiteY14" fmla="*/ 491698 h 559381"/>
              <a:gd name="connsiteX15" fmla="*/ 222512 w 477622"/>
              <a:gd name="connsiteY15" fmla="*/ 0 h 559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77622" h="559381">
                <a:moveTo>
                  <a:pt x="222512" y="0"/>
                </a:moveTo>
                <a:lnTo>
                  <a:pt x="258512" y="0"/>
                </a:lnTo>
                <a:lnTo>
                  <a:pt x="258512" y="488296"/>
                </a:lnTo>
                <a:lnTo>
                  <a:pt x="452168" y="294641"/>
                </a:lnTo>
                <a:lnTo>
                  <a:pt x="477622" y="320096"/>
                </a:lnTo>
                <a:lnTo>
                  <a:pt x="264266" y="533452"/>
                </a:lnTo>
                <a:lnTo>
                  <a:pt x="264740" y="533926"/>
                </a:lnTo>
                <a:lnTo>
                  <a:pt x="239284" y="559381"/>
                </a:lnTo>
                <a:lnTo>
                  <a:pt x="238812" y="558908"/>
                </a:lnTo>
                <a:lnTo>
                  <a:pt x="238338" y="559381"/>
                </a:lnTo>
                <a:lnTo>
                  <a:pt x="212882" y="533926"/>
                </a:lnTo>
                <a:lnTo>
                  <a:pt x="213356" y="533452"/>
                </a:lnTo>
                <a:lnTo>
                  <a:pt x="0" y="320096"/>
                </a:lnTo>
                <a:lnTo>
                  <a:pt x="25456" y="294641"/>
                </a:lnTo>
                <a:lnTo>
                  <a:pt x="222512" y="491698"/>
                </a:lnTo>
                <a:lnTo>
                  <a:pt x="222512" y="0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44" name="任意多边形 43"/>
          <p:cNvSpPr/>
          <p:nvPr>
            <p:custDataLst>
              <p:tags r:id="rId12"/>
            </p:custDataLst>
          </p:nvPr>
        </p:nvSpPr>
        <p:spPr>
          <a:xfrm>
            <a:off x="8945880" y="5997575"/>
            <a:ext cx="3246120" cy="8604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12" h="1355">
                <a:moveTo>
                  <a:pt x="301" y="0"/>
                </a:moveTo>
                <a:lnTo>
                  <a:pt x="5112" y="0"/>
                </a:lnTo>
                <a:lnTo>
                  <a:pt x="5112" y="1355"/>
                </a:lnTo>
                <a:lnTo>
                  <a:pt x="0" y="1355"/>
                </a:lnTo>
                <a:lnTo>
                  <a:pt x="0" y="301"/>
                </a:lnTo>
                <a:cubicBezTo>
                  <a:pt x="0" y="135"/>
                  <a:pt x="135" y="0"/>
                  <a:pt x="301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8" name="署名"/>
          <p:cNvSpPr txBox="1">
            <a:spLocks noGrp="1"/>
          </p:cNvSpPr>
          <p:nvPr>
            <p:ph type="body" idx="2" hasCustomPrompt="1"/>
            <p:custDataLst>
              <p:tags r:id="rId13"/>
            </p:custDataLst>
          </p:nvPr>
        </p:nvSpPr>
        <p:spPr>
          <a:xfrm>
            <a:off x="7466330" y="3648075"/>
            <a:ext cx="2365375" cy="6673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MiSans Heavy" panose="00000A00000000000000" charset="-122"/>
                <a:ea typeface="MiSans Heavy" panose="00000A00000000000000" charset="-122"/>
                <a:cs typeface="MiSans Normal" panose="00000500000000000000" charset="-122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4"/>
            </p:custDataLst>
          </p:nvPr>
        </p:nvSpPr>
        <p:spPr>
          <a:xfrm>
            <a:off x="2418715" y="1275715"/>
            <a:ext cx="8250555" cy="1705610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72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100.xml"/><Relationship Id="rId18" Type="http://schemas.openxmlformats.org/officeDocument/2006/relationships/tags" Target="../tags/tag99.xml"/><Relationship Id="rId17" Type="http://schemas.openxmlformats.org/officeDocument/2006/relationships/tags" Target="../tags/tag98.xml"/><Relationship Id="rId16" Type="http://schemas.openxmlformats.org/officeDocument/2006/relationships/tags" Target="../tags/tag97.xml"/><Relationship Id="rId15" Type="http://schemas.openxmlformats.org/officeDocument/2006/relationships/tags" Target="../tags/tag96.xml"/><Relationship Id="rId14" Type="http://schemas.openxmlformats.org/officeDocument/2006/relationships/tags" Target="../tags/tag95.xml"/><Relationship Id="rId13" Type="http://schemas.openxmlformats.org/officeDocument/2006/relationships/tags" Target="../tags/tag94.xml"/><Relationship Id="rId12" Type="http://schemas.openxmlformats.org/officeDocument/2006/relationships/tags" Target="../tags/tag93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>
            <p:custDataLst>
              <p:tags r:id="rId12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6"/>
            </p:custDataLst>
          </p:nvPr>
        </p:nvSpPr>
        <p:spPr>
          <a:xfrm>
            <a:off x="838200" y="365126"/>
            <a:ext cx="10515600" cy="622618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 anchorCtr="0">
            <a:normAutofit/>
          </a:bodyPr>
          <a:lstStyle/>
          <a:p>
            <a:pPr marL="0" marR="0" lvl="0">
              <a:buClrTx/>
              <a:buSzTx/>
              <a:buFontTx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7"/>
            </p:custDataLst>
          </p:nvPr>
        </p:nvSpPr>
        <p:spPr>
          <a:xfrm>
            <a:off x="838200" y="1237129"/>
            <a:ext cx="10515600" cy="49398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KSO_TEMPLATE" hidden="1"/>
          <p:cNvSpPr/>
          <p:nvPr userDrawn="1"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zh-CN" altLang="en-US" sz="3200" b="0" i="0" u="none" strike="noStrike" kern="1200" cap="none" spc="300" normalizeH="0" baseline="0" smtClean="0">
          <a:ln>
            <a:noFill/>
            <a:prstDash val="sysDot"/>
          </a:ln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lt"/>
          <a:cs typeface="MiSans Normal" panose="00000500000000000000" charset="-122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3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7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8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9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0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1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2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3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4.xml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5.xml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6.xml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7.xml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8.xml"/><Relationship Id="rId1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9.xml"/><Relationship Id="rId1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0.xml"/><Relationship Id="rId1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1.xml"/><Relationship Id="rId1" Type="http://schemas.openxmlformats.org/officeDocument/2006/relationships/image" Target="../media/image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2.xml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3.xml"/><Relationship Id="rId1" Type="http://schemas.openxmlformats.org/officeDocument/2006/relationships/image" Target="../media/image5.png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4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34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5.xml"/><Relationship Id="rId1" Type="http://schemas.openxmlformats.org/officeDocument/2006/relationships/image" Target="../media/image4.png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6.xml"/><Relationship Id="rId1" Type="http://schemas.openxmlformats.org/officeDocument/2006/relationships/image" Target="../media/image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7.xml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8.xml"/><Relationship Id="rId1" Type="http://schemas.openxmlformats.org/officeDocument/2006/relationships/image" Target="../media/image7.png"/></Relationships>
</file>

<file path=ppt/slides/_rels/slide3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9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39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0.xml"/><Relationship Id="rId1" Type="http://schemas.openxmlformats.org/officeDocument/2006/relationships/image" Target="../media/image4.png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1.xml"/><Relationship Id="rId1" Type="http://schemas.openxmlformats.org/officeDocument/2006/relationships/image" Target="../media/image9.png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2.xml"/><Relationship Id="rId1" Type="http://schemas.openxmlformats.org/officeDocument/2006/relationships/image" Target="../media/image9.png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3.xml"/><Relationship Id="rId1" Type="http://schemas.openxmlformats.org/officeDocument/2006/relationships/image" Target="../media/image9.png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4.xml"/><Relationship Id="rId1" Type="http://schemas.openxmlformats.org/officeDocument/2006/relationships/image" Target="../media/image9.png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5.xml"/><Relationship Id="rId1" Type="http://schemas.openxmlformats.org/officeDocument/2006/relationships/image" Target="../media/image9.png"/></Relationships>
</file>

<file path=ppt/slides/_rels/slide4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6.xml"/><Relationship Id="rId1" Type="http://schemas.openxmlformats.org/officeDocument/2006/relationships/image" Target="../media/image9.png"/></Relationships>
</file>

<file path=ppt/slides/_rels/slide4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7.xml"/><Relationship Id="rId1" Type="http://schemas.openxmlformats.org/officeDocument/2006/relationships/image" Target="../media/image9.png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8.xml"/><Relationship Id="rId1" Type="http://schemas.openxmlformats.org/officeDocument/2006/relationships/image" Target="../media/image3.png"/></Relationships>
</file>

<file path=ppt/slides/_rels/slide4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9.xml"/><Relationship Id="rId1" Type="http://schemas.openxmlformats.org/officeDocument/2006/relationships/image" Target="../media/image3.png"/></Relationships>
</file>

<file path=ppt/slides/_rels/slide5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0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50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5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1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51.xml"/><Relationship Id="rId2" Type="http://schemas.openxmlformats.org/officeDocument/2006/relationships/image" Target="../media/image12.png"/><Relationship Id="rId1" Type="http://schemas.openxmlformats.org/officeDocument/2006/relationships/image" Target="../media/image10.png"/></Relationships>
</file>

<file path=ppt/slides/_rels/slide5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2.xml"/><Relationship Id="rId1" Type="http://schemas.openxmlformats.org/officeDocument/2006/relationships/image" Target="../media/image10.png"/></Relationships>
</file>

<file path=ppt/slides/_rels/slide5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3.xml"/><Relationship Id="rId1" Type="http://schemas.openxmlformats.org/officeDocument/2006/relationships/image" Target="../media/image13.png"/></Relationships>
</file>

<file path=ppt/slides/_rels/slide5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4.xml"/><Relationship Id="rId1" Type="http://schemas.openxmlformats.org/officeDocument/2006/relationships/image" Target="../media/image10.png"/></Relationships>
</file>

<file path=ppt/slides/_rels/slide5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5.xml"/><Relationship Id="rId1" Type="http://schemas.openxmlformats.org/officeDocument/2006/relationships/image" Target="../media/image10.png"/></Relationships>
</file>

<file path=ppt/slides/_rels/slide5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6.xml"/><Relationship Id="rId1" Type="http://schemas.openxmlformats.org/officeDocument/2006/relationships/image" Target="../media/image14.png"/></Relationships>
</file>

<file path=ppt/slides/_rels/slide5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7.xml"/><Relationship Id="rId1" Type="http://schemas.openxmlformats.org/officeDocument/2006/relationships/image" Target="../media/image10.png"/></Relationships>
</file>

<file path=ppt/slides/_rels/slide5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8.xml"/><Relationship Id="rId1" Type="http://schemas.openxmlformats.org/officeDocument/2006/relationships/image" Target="../media/image10.png"/></Relationships>
</file>

<file path=ppt/slides/_rels/slide5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9.xml"/><Relationship Id="rId1" Type="http://schemas.openxmlformats.org/officeDocument/2006/relationships/image" Target="../media/image15.png"/></Relationships>
</file>

<file path=ppt/slides/_rels/slide6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0.xml"/><Relationship Id="rId1" Type="http://schemas.openxmlformats.org/officeDocument/2006/relationships/image" Target="../media/image10.png"/></Relationships>
</file>

<file path=ppt/slides/_rels/slide6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1.xml"/><Relationship Id="rId1" Type="http://schemas.openxmlformats.org/officeDocument/2006/relationships/image" Target="../media/image10.png"/></Relationships>
</file>

<file path=ppt/slides/_rels/slide6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2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62.xml"/><Relationship Id="rId2" Type="http://schemas.openxmlformats.org/officeDocument/2006/relationships/image" Target="../media/image16.png"/><Relationship Id="rId1" Type="http://schemas.openxmlformats.org/officeDocument/2006/relationships/image" Target="../media/image10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4752340" y="3173095"/>
            <a:ext cx="26879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子图生成组件</a:t>
            </a:r>
            <a:endParaRPr lang="zh-CN" altLang="en-US" sz="320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55160" y="1860550"/>
            <a:ext cx="3041015" cy="31369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55160" y="1860550"/>
            <a:ext cx="3041015" cy="31369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927600" y="2684780"/>
            <a:ext cx="2176145" cy="1108075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4942840" y="3244850"/>
            <a:ext cx="23069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为什么要使用子图</a:t>
            </a:r>
            <a:r>
              <a:rPr lang="en-US" altLang="zh-CN"/>
              <a:t>？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5033010" y="3244850"/>
            <a:ext cx="21266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能不能不用子图</a:t>
            </a:r>
            <a:r>
              <a:rPr lang="en-US" altLang="zh-CN"/>
              <a:t>？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5655945" y="3198495"/>
            <a:ext cx="5600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rgbClr val="FF0000"/>
                </a:solidFill>
              </a:rPr>
              <a:t>能</a:t>
            </a:r>
            <a:endParaRPr lang="zh-CN" altLang="en-US" sz="2400">
              <a:solidFill>
                <a:srgbClr val="FF0000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5655945" y="3198495"/>
            <a:ext cx="5600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rgbClr val="FF0000"/>
                </a:solidFill>
              </a:rPr>
              <a:t>能</a:t>
            </a:r>
            <a:endParaRPr lang="zh-CN" altLang="en-US" sz="2400">
              <a:solidFill>
                <a:srgbClr val="FF0000"/>
              </a:solidFill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252345" y="3901440"/>
            <a:ext cx="76873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>
                <a:sym typeface="+mn-ea"/>
              </a:rPr>
              <a:t>components/pages </a:t>
            </a:r>
            <a:r>
              <a:rPr lang="zh-CN" altLang="en-US">
                <a:sym typeface="+mn-ea"/>
              </a:rPr>
              <a:t>完全可以像前面一样在一个节点里</a:t>
            </a:r>
            <a:r>
              <a:rPr lang="en-US" altLang="en-US">
                <a:sym typeface="+mn-ea"/>
              </a:rPr>
              <a:t> Promise.all </a:t>
            </a:r>
            <a:r>
              <a:rPr lang="zh-CN" altLang="en-US">
                <a:sym typeface="+mn-ea"/>
              </a:rPr>
              <a:t>跑完。</a:t>
            </a:r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660" y="318770"/>
            <a:ext cx="10414000" cy="60896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283335" y="639445"/>
            <a:ext cx="9959975" cy="5409565"/>
          </a:xfrm>
          <a:prstGeom prst="rect">
            <a:avLst/>
          </a:prstGeom>
          <a:solidFill>
            <a:srgbClr val="1E2432"/>
          </a:solidFill>
          <a:ln>
            <a:solidFill>
              <a:srgbClr val="1E243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660" y="318770"/>
            <a:ext cx="10414000" cy="60896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283335" y="1383030"/>
            <a:ext cx="9959975" cy="4665980"/>
          </a:xfrm>
          <a:prstGeom prst="rect">
            <a:avLst/>
          </a:prstGeom>
          <a:solidFill>
            <a:srgbClr val="1E2432"/>
          </a:solidFill>
          <a:ln>
            <a:solidFill>
              <a:srgbClr val="1E243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660" y="318770"/>
            <a:ext cx="10414000" cy="60896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283335" y="1849120"/>
            <a:ext cx="9959975" cy="1424940"/>
          </a:xfrm>
          <a:prstGeom prst="rect">
            <a:avLst/>
          </a:prstGeom>
          <a:solidFill>
            <a:srgbClr val="1E2432"/>
          </a:solidFill>
          <a:ln>
            <a:solidFill>
              <a:srgbClr val="1E243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283335" y="3730625"/>
            <a:ext cx="9959975" cy="2287270"/>
          </a:xfrm>
          <a:prstGeom prst="rect">
            <a:avLst/>
          </a:prstGeom>
          <a:solidFill>
            <a:srgbClr val="1E2432"/>
          </a:solidFill>
          <a:ln>
            <a:solidFill>
              <a:srgbClr val="1E243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660" y="318770"/>
            <a:ext cx="10414000" cy="60896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283335" y="2156460"/>
            <a:ext cx="9959975" cy="1117600"/>
          </a:xfrm>
          <a:prstGeom prst="rect">
            <a:avLst/>
          </a:prstGeom>
          <a:solidFill>
            <a:srgbClr val="1E2432"/>
          </a:solidFill>
          <a:ln>
            <a:solidFill>
              <a:srgbClr val="1E243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283335" y="3730625"/>
            <a:ext cx="9959975" cy="2287270"/>
          </a:xfrm>
          <a:prstGeom prst="rect">
            <a:avLst/>
          </a:prstGeom>
          <a:solidFill>
            <a:srgbClr val="1E2432"/>
          </a:solidFill>
          <a:ln>
            <a:solidFill>
              <a:srgbClr val="1E243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660" y="318770"/>
            <a:ext cx="10414000" cy="60896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283335" y="3048000"/>
            <a:ext cx="9959975" cy="226060"/>
          </a:xfrm>
          <a:prstGeom prst="rect">
            <a:avLst/>
          </a:prstGeom>
          <a:solidFill>
            <a:srgbClr val="1E2432"/>
          </a:solidFill>
          <a:ln>
            <a:solidFill>
              <a:srgbClr val="1E243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283335" y="3730625"/>
            <a:ext cx="9959975" cy="2287270"/>
          </a:xfrm>
          <a:prstGeom prst="rect">
            <a:avLst/>
          </a:prstGeom>
          <a:solidFill>
            <a:srgbClr val="1E2432"/>
          </a:solidFill>
          <a:ln>
            <a:solidFill>
              <a:srgbClr val="1E243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660" y="318770"/>
            <a:ext cx="10414000" cy="608965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283335" y="3730625"/>
            <a:ext cx="9959975" cy="2287270"/>
          </a:xfrm>
          <a:prstGeom prst="rect">
            <a:avLst/>
          </a:prstGeom>
          <a:solidFill>
            <a:srgbClr val="1E2432"/>
          </a:solidFill>
          <a:ln>
            <a:solidFill>
              <a:srgbClr val="1E243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660" y="318770"/>
            <a:ext cx="10414000" cy="608965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283335" y="4424680"/>
            <a:ext cx="9959975" cy="1593215"/>
          </a:xfrm>
          <a:prstGeom prst="rect">
            <a:avLst/>
          </a:prstGeom>
          <a:solidFill>
            <a:srgbClr val="1E2432"/>
          </a:solidFill>
          <a:ln>
            <a:solidFill>
              <a:srgbClr val="1E243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660" y="318770"/>
            <a:ext cx="10414000" cy="608965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283335" y="5167630"/>
            <a:ext cx="9959975" cy="850265"/>
          </a:xfrm>
          <a:prstGeom prst="rect">
            <a:avLst/>
          </a:prstGeom>
          <a:solidFill>
            <a:srgbClr val="1E2432"/>
          </a:solidFill>
          <a:ln>
            <a:solidFill>
              <a:srgbClr val="1E243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660" y="318770"/>
            <a:ext cx="10414000" cy="608965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4942840" y="3244850"/>
            <a:ext cx="23069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为什么要使用子图</a:t>
            </a:r>
            <a:r>
              <a:rPr lang="en-US" altLang="zh-CN"/>
              <a:t>？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683385" y="2484755"/>
            <a:ext cx="7937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1. </a:t>
            </a:r>
            <a:r>
              <a:rPr lang="zh-CN" altLang="en-US"/>
              <a:t>状态边界清晰：组件子图、页面子图各自维护自己的输入</a:t>
            </a:r>
            <a:r>
              <a:rPr lang="en-US" altLang="en-US"/>
              <a:t>/</a:t>
            </a:r>
            <a:r>
              <a:rPr lang="zh-CN" altLang="en-US"/>
              <a:t>输出状态。</a:t>
            </a:r>
            <a:endParaRPr lang="zh-CN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1673860" y="3253740"/>
            <a:ext cx="90347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2. </a:t>
            </a:r>
            <a:r>
              <a:rPr lang="zh-CN" altLang="en-US"/>
              <a:t>更好插步骤：后面要加</a:t>
            </a:r>
            <a:r>
              <a:rPr lang="en-US" altLang="en-US"/>
              <a:t>“</a:t>
            </a:r>
            <a:r>
              <a:rPr lang="zh-CN" altLang="en-US"/>
              <a:t>组件自检</a:t>
            </a:r>
            <a:r>
              <a:rPr lang="en-US" altLang="en-US"/>
              <a:t>/</a:t>
            </a:r>
            <a:r>
              <a:rPr lang="zh-CN" altLang="en-US"/>
              <a:t>二次修复</a:t>
            </a:r>
            <a:r>
              <a:rPr lang="en-US" altLang="en-US"/>
              <a:t>/</a:t>
            </a:r>
            <a:r>
              <a:rPr lang="zh-CN" altLang="en-US"/>
              <a:t>失败重试策略</a:t>
            </a:r>
            <a:r>
              <a:rPr lang="en-US" altLang="en-US"/>
              <a:t>”</a:t>
            </a:r>
            <a:r>
              <a:rPr lang="zh-CN" altLang="en-US"/>
              <a:t>时，直接在子图里加节点。</a:t>
            </a:r>
            <a:endParaRPr lang="zh-CN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1683385" y="3984625"/>
            <a:ext cx="8166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3. </a:t>
            </a:r>
            <a:r>
              <a:rPr lang="zh-CN" altLang="en-US"/>
              <a:t>更好观察与调试：主图看到的是</a:t>
            </a:r>
            <a:r>
              <a:rPr lang="en-US" altLang="en-US"/>
              <a:t>“</a:t>
            </a:r>
            <a:r>
              <a:rPr lang="zh-CN" altLang="en-US"/>
              <a:t>调用子图</a:t>
            </a:r>
            <a:r>
              <a:rPr lang="en-US" altLang="en-US"/>
              <a:t>”</a:t>
            </a:r>
            <a:r>
              <a:rPr lang="zh-CN" altLang="en-US"/>
              <a:t>，子图内部看到</a:t>
            </a:r>
            <a:r>
              <a:rPr lang="en-US" altLang="en-US"/>
              <a:t>“</a:t>
            </a:r>
            <a:r>
              <a:rPr lang="zh-CN" altLang="en-US"/>
              <a:t>每个文件任务</a:t>
            </a:r>
            <a:r>
              <a:rPr lang="en-US" altLang="en-US"/>
              <a:t>”</a:t>
            </a:r>
            <a:r>
              <a:rPr lang="zh-CN" altLang="en-US"/>
              <a:t>。</a:t>
            </a:r>
            <a:endParaRPr lang="zh-CN" altLang="en-US"/>
          </a:p>
        </p:txBody>
      </p:sp>
      <p:sp>
        <p:nvSpPr>
          <p:cNvPr id="5" name="Rectangle 4"/>
          <p:cNvSpPr/>
          <p:nvPr/>
        </p:nvSpPr>
        <p:spPr>
          <a:xfrm>
            <a:off x="1403985" y="3223895"/>
            <a:ext cx="9453245" cy="13074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383915" y="1946275"/>
            <a:ext cx="7600315" cy="13074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683385" y="2484755"/>
            <a:ext cx="7937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1. </a:t>
            </a:r>
            <a:r>
              <a:rPr lang="zh-CN" altLang="en-US"/>
              <a:t>状态边界清晰：组件子图、页面子图各自维护自己的输入</a:t>
            </a:r>
            <a:r>
              <a:rPr lang="en-US" altLang="en-US"/>
              <a:t>/</a:t>
            </a:r>
            <a:r>
              <a:rPr lang="zh-CN" altLang="en-US"/>
              <a:t>输出状态。</a:t>
            </a:r>
            <a:endParaRPr lang="zh-CN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1673860" y="3253740"/>
            <a:ext cx="90347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2. </a:t>
            </a:r>
            <a:r>
              <a:rPr lang="zh-CN" altLang="en-US"/>
              <a:t>更好插步骤：后面要加</a:t>
            </a:r>
            <a:r>
              <a:rPr lang="en-US" altLang="en-US"/>
              <a:t>“</a:t>
            </a:r>
            <a:r>
              <a:rPr lang="zh-CN" altLang="en-US"/>
              <a:t>组件自检</a:t>
            </a:r>
            <a:r>
              <a:rPr lang="en-US" altLang="en-US"/>
              <a:t>/</a:t>
            </a:r>
            <a:r>
              <a:rPr lang="zh-CN" altLang="en-US"/>
              <a:t>二次修复</a:t>
            </a:r>
            <a:r>
              <a:rPr lang="en-US" altLang="en-US"/>
              <a:t>/</a:t>
            </a:r>
            <a:r>
              <a:rPr lang="zh-CN" altLang="en-US"/>
              <a:t>失败重试策略</a:t>
            </a:r>
            <a:r>
              <a:rPr lang="en-US" altLang="en-US"/>
              <a:t>”</a:t>
            </a:r>
            <a:r>
              <a:rPr lang="zh-CN" altLang="en-US"/>
              <a:t>时，直接在子图里加节点。</a:t>
            </a:r>
            <a:endParaRPr lang="zh-CN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1683385" y="3984625"/>
            <a:ext cx="8166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3. </a:t>
            </a:r>
            <a:r>
              <a:rPr lang="zh-CN" altLang="en-US"/>
              <a:t>更好观察与调试：主图看到的是</a:t>
            </a:r>
            <a:r>
              <a:rPr lang="en-US" altLang="en-US"/>
              <a:t>“</a:t>
            </a:r>
            <a:r>
              <a:rPr lang="zh-CN" altLang="en-US"/>
              <a:t>调用子图</a:t>
            </a:r>
            <a:r>
              <a:rPr lang="en-US" altLang="en-US"/>
              <a:t>”</a:t>
            </a:r>
            <a:r>
              <a:rPr lang="zh-CN" altLang="en-US"/>
              <a:t>，子图内部看到</a:t>
            </a:r>
            <a:r>
              <a:rPr lang="en-US" altLang="en-US"/>
              <a:t>“</a:t>
            </a:r>
            <a:r>
              <a:rPr lang="zh-CN" altLang="en-US"/>
              <a:t>每个文件任务</a:t>
            </a:r>
            <a:r>
              <a:rPr lang="en-US" altLang="en-US"/>
              <a:t>”</a:t>
            </a:r>
            <a:r>
              <a:rPr lang="zh-CN" altLang="en-US"/>
              <a:t>。</a:t>
            </a:r>
            <a:endParaRPr lang="zh-CN" altLang="en-US"/>
          </a:p>
        </p:txBody>
      </p:sp>
      <p:sp>
        <p:nvSpPr>
          <p:cNvPr id="5" name="Rectangle 4"/>
          <p:cNvSpPr/>
          <p:nvPr/>
        </p:nvSpPr>
        <p:spPr>
          <a:xfrm>
            <a:off x="1403985" y="3223895"/>
            <a:ext cx="9453245" cy="13074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383915" y="3045460"/>
            <a:ext cx="7600315" cy="13074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683385" y="2484755"/>
            <a:ext cx="7937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1. </a:t>
            </a:r>
            <a:r>
              <a:rPr lang="zh-CN" altLang="en-US"/>
              <a:t>状态边界清晰：组件子图、页面子图各自维护自己的输入</a:t>
            </a:r>
            <a:r>
              <a:rPr lang="en-US" altLang="en-US"/>
              <a:t>/</a:t>
            </a:r>
            <a:r>
              <a:rPr lang="zh-CN" altLang="en-US"/>
              <a:t>输出状态。</a:t>
            </a:r>
            <a:endParaRPr lang="zh-CN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1673860" y="3253740"/>
            <a:ext cx="90347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2. </a:t>
            </a:r>
            <a:r>
              <a:rPr lang="zh-CN" altLang="en-US"/>
              <a:t>更好插步骤：后面要加</a:t>
            </a:r>
            <a:r>
              <a:rPr lang="en-US" altLang="en-US"/>
              <a:t>“</a:t>
            </a:r>
            <a:r>
              <a:rPr lang="zh-CN" altLang="en-US"/>
              <a:t>组件自检</a:t>
            </a:r>
            <a:r>
              <a:rPr lang="en-US" altLang="en-US"/>
              <a:t>/</a:t>
            </a:r>
            <a:r>
              <a:rPr lang="zh-CN" altLang="en-US"/>
              <a:t>二次修复</a:t>
            </a:r>
            <a:r>
              <a:rPr lang="en-US" altLang="en-US"/>
              <a:t>/</a:t>
            </a:r>
            <a:r>
              <a:rPr lang="zh-CN" altLang="en-US"/>
              <a:t>失败重试策略</a:t>
            </a:r>
            <a:r>
              <a:rPr lang="en-US" altLang="en-US"/>
              <a:t>”</a:t>
            </a:r>
            <a:r>
              <a:rPr lang="zh-CN" altLang="en-US"/>
              <a:t>时，直接在子图里加节点。</a:t>
            </a:r>
            <a:endParaRPr lang="zh-CN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1683385" y="3984625"/>
            <a:ext cx="8166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3. </a:t>
            </a:r>
            <a:r>
              <a:rPr lang="zh-CN" altLang="en-US"/>
              <a:t>更好观察与调试：主图看到的是</a:t>
            </a:r>
            <a:r>
              <a:rPr lang="en-US" altLang="en-US"/>
              <a:t>“</a:t>
            </a:r>
            <a:r>
              <a:rPr lang="zh-CN" altLang="en-US"/>
              <a:t>调用子图</a:t>
            </a:r>
            <a:r>
              <a:rPr lang="en-US" altLang="en-US"/>
              <a:t>”</a:t>
            </a:r>
            <a:r>
              <a:rPr lang="zh-CN" altLang="en-US"/>
              <a:t>，子图内部看到</a:t>
            </a:r>
            <a:r>
              <a:rPr lang="en-US" altLang="en-US"/>
              <a:t>“</a:t>
            </a:r>
            <a:r>
              <a:rPr lang="zh-CN" altLang="en-US"/>
              <a:t>每个文件任务</a:t>
            </a:r>
            <a:r>
              <a:rPr lang="en-US" altLang="en-US"/>
              <a:t>”</a:t>
            </a:r>
            <a:r>
              <a:rPr lang="zh-CN" altLang="en-US"/>
              <a:t>。</a:t>
            </a:r>
            <a:endParaRPr lang="zh-CN" altLang="en-US"/>
          </a:p>
        </p:txBody>
      </p:sp>
      <p:sp>
        <p:nvSpPr>
          <p:cNvPr id="5" name="Rectangle 4"/>
          <p:cNvSpPr/>
          <p:nvPr/>
        </p:nvSpPr>
        <p:spPr>
          <a:xfrm>
            <a:off x="1403985" y="3966845"/>
            <a:ext cx="9453245" cy="5645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195955" y="3045460"/>
            <a:ext cx="7788275" cy="13074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683385" y="2484755"/>
            <a:ext cx="7937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1. </a:t>
            </a:r>
            <a:r>
              <a:rPr lang="zh-CN" altLang="en-US"/>
              <a:t>状态边界清晰：组件子图、页面子图各自维护自己的输入</a:t>
            </a:r>
            <a:r>
              <a:rPr lang="en-US" altLang="en-US"/>
              <a:t>/</a:t>
            </a:r>
            <a:r>
              <a:rPr lang="zh-CN" altLang="en-US"/>
              <a:t>输出状态。</a:t>
            </a:r>
            <a:endParaRPr lang="zh-CN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1673860" y="3253740"/>
            <a:ext cx="90347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2. </a:t>
            </a:r>
            <a:r>
              <a:rPr lang="zh-CN" altLang="en-US"/>
              <a:t>更好插步骤：后面要加</a:t>
            </a:r>
            <a:r>
              <a:rPr lang="en-US" altLang="en-US"/>
              <a:t>“</a:t>
            </a:r>
            <a:r>
              <a:rPr lang="zh-CN" altLang="en-US"/>
              <a:t>组件自检</a:t>
            </a:r>
            <a:r>
              <a:rPr lang="en-US" altLang="en-US"/>
              <a:t>/</a:t>
            </a:r>
            <a:r>
              <a:rPr lang="zh-CN" altLang="en-US"/>
              <a:t>二次修复</a:t>
            </a:r>
            <a:r>
              <a:rPr lang="en-US" altLang="en-US"/>
              <a:t>/</a:t>
            </a:r>
            <a:r>
              <a:rPr lang="zh-CN" altLang="en-US"/>
              <a:t>失败重试策略</a:t>
            </a:r>
            <a:r>
              <a:rPr lang="en-US" altLang="en-US"/>
              <a:t>”</a:t>
            </a:r>
            <a:r>
              <a:rPr lang="zh-CN" altLang="en-US"/>
              <a:t>时，直接在子图里加节点。</a:t>
            </a:r>
            <a:endParaRPr lang="zh-CN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1683385" y="3984625"/>
            <a:ext cx="8166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3. </a:t>
            </a:r>
            <a:r>
              <a:rPr lang="zh-CN" altLang="en-US"/>
              <a:t>更好观察与调试：主图看到的是</a:t>
            </a:r>
            <a:r>
              <a:rPr lang="en-US" altLang="en-US"/>
              <a:t>“</a:t>
            </a:r>
            <a:r>
              <a:rPr lang="zh-CN" altLang="en-US"/>
              <a:t>调用子图</a:t>
            </a:r>
            <a:r>
              <a:rPr lang="en-US" altLang="en-US"/>
              <a:t>”</a:t>
            </a:r>
            <a:r>
              <a:rPr lang="zh-CN" altLang="en-US"/>
              <a:t>，子图内部看到</a:t>
            </a:r>
            <a:r>
              <a:rPr lang="en-US" altLang="en-US"/>
              <a:t>“</a:t>
            </a:r>
            <a:r>
              <a:rPr lang="zh-CN" altLang="en-US"/>
              <a:t>每个文件任务</a:t>
            </a:r>
            <a:r>
              <a:rPr lang="en-US" altLang="en-US"/>
              <a:t>”</a:t>
            </a:r>
            <a:r>
              <a:rPr lang="zh-CN" altLang="en-US"/>
              <a:t>。</a:t>
            </a:r>
            <a:endParaRPr lang="zh-CN" altLang="en-US"/>
          </a:p>
        </p:txBody>
      </p:sp>
      <p:sp>
        <p:nvSpPr>
          <p:cNvPr id="5" name="Rectangle 4"/>
          <p:cNvSpPr/>
          <p:nvPr/>
        </p:nvSpPr>
        <p:spPr>
          <a:xfrm>
            <a:off x="1403985" y="3966845"/>
            <a:ext cx="9453245" cy="5645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195955" y="4022725"/>
            <a:ext cx="7788275" cy="13074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683385" y="2484755"/>
            <a:ext cx="7937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1. </a:t>
            </a:r>
            <a:r>
              <a:rPr lang="zh-CN" altLang="en-US"/>
              <a:t>状态边界清晰：组件子图、页面子图各自维护自己的输入</a:t>
            </a:r>
            <a:r>
              <a:rPr lang="en-US" altLang="en-US"/>
              <a:t>/</a:t>
            </a:r>
            <a:r>
              <a:rPr lang="zh-CN" altLang="en-US"/>
              <a:t>输出状态。</a:t>
            </a:r>
            <a:endParaRPr lang="zh-CN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1673860" y="3253740"/>
            <a:ext cx="90347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2. </a:t>
            </a:r>
            <a:r>
              <a:rPr lang="zh-CN" altLang="en-US"/>
              <a:t>更好插步骤：后面要加</a:t>
            </a:r>
            <a:r>
              <a:rPr lang="en-US" altLang="en-US"/>
              <a:t>“</a:t>
            </a:r>
            <a:r>
              <a:rPr lang="zh-CN" altLang="en-US"/>
              <a:t>组件自检</a:t>
            </a:r>
            <a:r>
              <a:rPr lang="en-US" altLang="en-US"/>
              <a:t>/</a:t>
            </a:r>
            <a:r>
              <a:rPr lang="zh-CN" altLang="en-US"/>
              <a:t>二次修复</a:t>
            </a:r>
            <a:r>
              <a:rPr lang="en-US" altLang="en-US"/>
              <a:t>/</a:t>
            </a:r>
            <a:r>
              <a:rPr lang="zh-CN" altLang="en-US"/>
              <a:t>失败重试策略</a:t>
            </a:r>
            <a:r>
              <a:rPr lang="en-US" altLang="en-US"/>
              <a:t>”</a:t>
            </a:r>
            <a:r>
              <a:rPr lang="zh-CN" altLang="en-US"/>
              <a:t>时，直接在子图里加节点。</a:t>
            </a:r>
            <a:endParaRPr lang="zh-CN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1683385" y="3984625"/>
            <a:ext cx="8166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3. </a:t>
            </a:r>
            <a:r>
              <a:rPr lang="zh-CN" altLang="en-US"/>
              <a:t>更好观察与调试：主图看到的是</a:t>
            </a:r>
            <a:r>
              <a:rPr lang="en-US" altLang="en-US"/>
              <a:t>“</a:t>
            </a:r>
            <a:r>
              <a:rPr lang="zh-CN" altLang="en-US"/>
              <a:t>调用子图</a:t>
            </a:r>
            <a:r>
              <a:rPr lang="en-US" altLang="en-US"/>
              <a:t>”</a:t>
            </a:r>
            <a:r>
              <a:rPr lang="zh-CN" altLang="en-US"/>
              <a:t>，子图内部看到</a:t>
            </a:r>
            <a:r>
              <a:rPr lang="en-US" altLang="en-US"/>
              <a:t>“</a:t>
            </a:r>
            <a:r>
              <a:rPr lang="zh-CN" altLang="en-US"/>
              <a:t>每个文件任务</a:t>
            </a:r>
            <a:r>
              <a:rPr lang="en-US" altLang="en-US"/>
              <a:t>”</a:t>
            </a:r>
            <a:r>
              <a:rPr lang="zh-CN" altLang="en-US"/>
              <a:t>。</a:t>
            </a:r>
            <a:endParaRPr lang="zh-CN" altLang="en-US"/>
          </a:p>
        </p:txBody>
      </p:sp>
      <p:sp>
        <p:nvSpPr>
          <p:cNvPr id="5" name="Rectangle 4"/>
          <p:cNvSpPr/>
          <p:nvPr/>
        </p:nvSpPr>
        <p:spPr>
          <a:xfrm>
            <a:off x="4218305" y="3966845"/>
            <a:ext cx="6638925" cy="5645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672840" y="4022725"/>
            <a:ext cx="7184390" cy="13074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683385" y="2484755"/>
            <a:ext cx="7937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1. </a:t>
            </a:r>
            <a:r>
              <a:rPr lang="zh-CN" altLang="en-US"/>
              <a:t>状态边界清晰：组件子图、页面子图各自维护自己的输入</a:t>
            </a:r>
            <a:r>
              <a:rPr lang="en-US" altLang="en-US"/>
              <a:t>/</a:t>
            </a:r>
            <a:r>
              <a:rPr lang="zh-CN" altLang="en-US"/>
              <a:t>输出状态。</a:t>
            </a:r>
            <a:endParaRPr lang="zh-CN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1673860" y="3253740"/>
            <a:ext cx="90347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2. </a:t>
            </a:r>
            <a:r>
              <a:rPr lang="zh-CN" altLang="en-US"/>
              <a:t>更好插步骤：后面要加</a:t>
            </a:r>
            <a:r>
              <a:rPr lang="en-US" altLang="en-US"/>
              <a:t>“</a:t>
            </a:r>
            <a:r>
              <a:rPr lang="zh-CN" altLang="en-US"/>
              <a:t>组件自检</a:t>
            </a:r>
            <a:r>
              <a:rPr lang="en-US" altLang="en-US"/>
              <a:t>/</a:t>
            </a:r>
            <a:r>
              <a:rPr lang="zh-CN" altLang="en-US"/>
              <a:t>二次修复</a:t>
            </a:r>
            <a:r>
              <a:rPr lang="en-US" altLang="en-US"/>
              <a:t>/</a:t>
            </a:r>
            <a:r>
              <a:rPr lang="zh-CN" altLang="en-US"/>
              <a:t>失败重试策略</a:t>
            </a:r>
            <a:r>
              <a:rPr lang="en-US" altLang="en-US"/>
              <a:t>”</a:t>
            </a:r>
            <a:r>
              <a:rPr lang="zh-CN" altLang="en-US"/>
              <a:t>时，直接在子图里加节点。</a:t>
            </a:r>
            <a:endParaRPr lang="zh-CN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1683385" y="3984625"/>
            <a:ext cx="8166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3. </a:t>
            </a:r>
            <a:r>
              <a:rPr lang="zh-CN" altLang="en-US"/>
              <a:t>更好观察与调试：主图看到的是</a:t>
            </a:r>
            <a:r>
              <a:rPr lang="en-US" altLang="en-US"/>
              <a:t>“</a:t>
            </a:r>
            <a:r>
              <a:rPr lang="zh-CN" altLang="en-US"/>
              <a:t>调用子图</a:t>
            </a:r>
            <a:r>
              <a:rPr lang="en-US" altLang="en-US"/>
              <a:t>”</a:t>
            </a:r>
            <a:r>
              <a:rPr lang="zh-CN" altLang="en-US"/>
              <a:t>，子图内部看到</a:t>
            </a:r>
            <a:r>
              <a:rPr lang="en-US" altLang="en-US"/>
              <a:t>“</a:t>
            </a:r>
            <a:r>
              <a:rPr lang="zh-CN" altLang="en-US"/>
              <a:t>每个文件任务</a:t>
            </a:r>
            <a:r>
              <a:rPr lang="en-US" altLang="en-US"/>
              <a:t>”</a:t>
            </a:r>
            <a:r>
              <a:rPr lang="zh-CN" altLang="en-US"/>
              <a:t>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5376545" y="3288665"/>
            <a:ext cx="14389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具体实现</a:t>
            </a:r>
            <a:endParaRPr lang="zh-CN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5067300" y="2505075"/>
            <a:ext cx="26403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1. </a:t>
            </a:r>
            <a:r>
              <a:rPr lang="zh-CN" altLang="en-US"/>
              <a:t>从节点中调用</a:t>
            </a:r>
            <a:r>
              <a:rPr lang="zh-CN" altLang="en-US"/>
              <a:t>子图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5067300" y="2505075"/>
            <a:ext cx="26695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1. </a:t>
            </a:r>
            <a:r>
              <a:rPr lang="zh-CN" altLang="en-US"/>
              <a:t>从节点中调用</a:t>
            </a:r>
            <a:r>
              <a:rPr lang="zh-CN" altLang="en-US"/>
              <a:t>子图</a:t>
            </a:r>
            <a:endParaRPr lang="zh-CN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5067300" y="3429000"/>
            <a:ext cx="30873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2. </a:t>
            </a:r>
            <a:r>
              <a:rPr lang="zh-CN" altLang="en-US"/>
              <a:t>将</a:t>
            </a:r>
            <a:r>
              <a:rPr lang="zh-CN" altLang="en-US"/>
              <a:t>子图添加为</a:t>
            </a:r>
            <a:r>
              <a:rPr lang="zh-CN" altLang="en-US"/>
              <a:t>节点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5067300" y="2505075"/>
            <a:ext cx="28829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1. </a:t>
            </a:r>
            <a:r>
              <a:rPr lang="zh-CN" altLang="en-US"/>
              <a:t>从节点中调用</a:t>
            </a:r>
            <a:r>
              <a:rPr lang="zh-CN" altLang="en-US"/>
              <a:t>子图</a:t>
            </a:r>
            <a:endParaRPr lang="zh-CN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5067300" y="3429000"/>
            <a:ext cx="34270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2. </a:t>
            </a:r>
            <a:r>
              <a:rPr lang="zh-CN" altLang="en-US"/>
              <a:t>将</a:t>
            </a:r>
            <a:r>
              <a:rPr lang="zh-CN" altLang="en-US"/>
              <a:t>子图添加为</a:t>
            </a:r>
            <a:r>
              <a:rPr lang="zh-CN" altLang="en-US"/>
              <a:t>节点</a:t>
            </a:r>
            <a:endParaRPr lang="zh-CN" altLang="en-US"/>
          </a:p>
        </p:txBody>
      </p:sp>
      <p:sp>
        <p:nvSpPr>
          <p:cNvPr id="4" name="Rectangle 3"/>
          <p:cNvSpPr/>
          <p:nvPr/>
        </p:nvSpPr>
        <p:spPr>
          <a:xfrm>
            <a:off x="4898390" y="3325495"/>
            <a:ext cx="2565400" cy="598805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7060" y="2621280"/>
            <a:ext cx="8658860" cy="181673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702935" y="2754630"/>
            <a:ext cx="5142230" cy="15646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7060" y="2621280"/>
            <a:ext cx="8658860" cy="181673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702935" y="3507105"/>
            <a:ext cx="5142230" cy="812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7610" y="199390"/>
            <a:ext cx="7257415" cy="64585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71775" y="479425"/>
            <a:ext cx="6861175" cy="5898515"/>
          </a:xfrm>
          <a:prstGeom prst="rect">
            <a:avLst/>
          </a:prstGeom>
          <a:solidFill>
            <a:srgbClr val="1E2432"/>
          </a:solidFill>
          <a:ln>
            <a:solidFill>
              <a:srgbClr val="1E243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7610" y="199390"/>
            <a:ext cx="7257415" cy="64585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71775" y="1133475"/>
            <a:ext cx="6861175" cy="5244465"/>
          </a:xfrm>
          <a:prstGeom prst="rect">
            <a:avLst/>
          </a:prstGeom>
          <a:solidFill>
            <a:srgbClr val="1E2432"/>
          </a:solidFill>
          <a:ln>
            <a:solidFill>
              <a:srgbClr val="1E243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1867535" y="13728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所有待生成的组件文件列表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7535" y="2036445"/>
            <a:ext cx="8166735" cy="156718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867535" y="13728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所有待生成的组件文件列表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7535" y="2036445"/>
            <a:ext cx="8166735" cy="156718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867535" y="13728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所有待生成的组件文件列表</a:t>
            </a:r>
            <a:endParaRPr lang="zh-CN" alt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7535" y="3799205"/>
            <a:ext cx="3036570" cy="216535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7610" y="199390"/>
            <a:ext cx="7257415" cy="64585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71775" y="2907030"/>
            <a:ext cx="6861175" cy="3470910"/>
          </a:xfrm>
          <a:prstGeom prst="rect">
            <a:avLst/>
          </a:prstGeom>
          <a:solidFill>
            <a:srgbClr val="1E2432"/>
          </a:solidFill>
          <a:ln>
            <a:solidFill>
              <a:srgbClr val="1E243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7610" y="199390"/>
            <a:ext cx="7257415" cy="64585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71775" y="3758565"/>
            <a:ext cx="6861175" cy="2619375"/>
          </a:xfrm>
          <a:prstGeom prst="rect">
            <a:avLst/>
          </a:prstGeom>
          <a:solidFill>
            <a:srgbClr val="1E2432"/>
          </a:solidFill>
          <a:ln>
            <a:solidFill>
              <a:srgbClr val="1E243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3147695" y="988695"/>
            <a:ext cx="55638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当前这个</a:t>
            </a:r>
            <a:r>
              <a:rPr lang="en-US" altLang="en-US"/>
              <a:t> worker </a:t>
            </a:r>
            <a:r>
              <a:rPr lang="zh-CN" altLang="en-US"/>
              <a:t>节点，正在处理的那个具体组件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3147695" y="988695"/>
            <a:ext cx="55638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当前这个</a:t>
            </a:r>
            <a:r>
              <a:rPr lang="en-US" altLang="en-US"/>
              <a:t> worker </a:t>
            </a:r>
            <a:r>
              <a:rPr lang="zh-CN" altLang="en-US"/>
              <a:t>节点，正在处理的那个具体组件</a:t>
            </a:r>
            <a:endParaRPr lang="zh-CN" altLang="en-US"/>
          </a:p>
        </p:txBody>
      </p:sp>
      <p:sp>
        <p:nvSpPr>
          <p:cNvPr id="6" name="Text Box 5"/>
          <p:cNvSpPr txBox="1"/>
          <p:nvPr/>
        </p:nvSpPr>
        <p:spPr>
          <a:xfrm>
            <a:off x="3181350" y="1578610"/>
            <a:ext cx="58635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例如某一次</a:t>
            </a:r>
            <a:r>
              <a:rPr lang="en-US" altLang="en-US"/>
              <a:t> generateComponentNode </a:t>
            </a:r>
            <a:r>
              <a:rPr lang="zh-CN" altLang="en-US"/>
              <a:t>执行时：</a:t>
            </a:r>
            <a:endParaRPr lang="zh-CN" alt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67075" y="2168525"/>
            <a:ext cx="4544060" cy="122174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3147695" y="988695"/>
            <a:ext cx="55638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当前这个</a:t>
            </a:r>
            <a:r>
              <a:rPr lang="en-US" altLang="en-US"/>
              <a:t> worker </a:t>
            </a:r>
            <a:r>
              <a:rPr lang="zh-CN" altLang="en-US"/>
              <a:t>节点，正在处理的那个具体组件</a:t>
            </a:r>
            <a:endParaRPr lang="zh-CN" altLang="en-US"/>
          </a:p>
        </p:txBody>
      </p:sp>
      <p:sp>
        <p:nvSpPr>
          <p:cNvPr id="6" name="Text Box 5"/>
          <p:cNvSpPr txBox="1"/>
          <p:nvPr/>
        </p:nvSpPr>
        <p:spPr>
          <a:xfrm>
            <a:off x="3181350" y="1578610"/>
            <a:ext cx="58635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例如某一次</a:t>
            </a:r>
            <a:r>
              <a:rPr lang="en-US" altLang="en-US"/>
              <a:t> generateComponentNode </a:t>
            </a:r>
            <a:r>
              <a:rPr lang="zh-CN" altLang="en-US"/>
              <a:t>执行时：</a:t>
            </a:r>
            <a:endParaRPr lang="zh-CN" alt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67075" y="2168525"/>
            <a:ext cx="4544060" cy="122174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7075" y="3611880"/>
            <a:ext cx="3352165" cy="265112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7610" y="199390"/>
            <a:ext cx="7257415" cy="645858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14775" y="1529080"/>
            <a:ext cx="4062095" cy="37998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076065" y="1988820"/>
            <a:ext cx="3589020" cy="3268980"/>
          </a:xfrm>
          <a:prstGeom prst="rect">
            <a:avLst/>
          </a:prstGeom>
          <a:solidFill>
            <a:srgbClr val="F9F9F9"/>
          </a:solidFill>
          <a:ln>
            <a:solidFill>
              <a:srgbClr val="F9F9F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14775" y="1529080"/>
            <a:ext cx="4062095" cy="37998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076065" y="2494915"/>
            <a:ext cx="3589020" cy="2762885"/>
          </a:xfrm>
          <a:prstGeom prst="rect">
            <a:avLst/>
          </a:prstGeom>
          <a:solidFill>
            <a:srgbClr val="F9F9F9"/>
          </a:solidFill>
          <a:ln>
            <a:solidFill>
              <a:srgbClr val="F9F9F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14775" y="1529080"/>
            <a:ext cx="4062095" cy="37998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076065" y="3070225"/>
            <a:ext cx="3589020" cy="2187575"/>
          </a:xfrm>
          <a:prstGeom prst="rect">
            <a:avLst/>
          </a:prstGeom>
          <a:solidFill>
            <a:srgbClr val="F9F9F9"/>
          </a:solidFill>
          <a:ln>
            <a:solidFill>
              <a:srgbClr val="F9F9F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14775" y="1529080"/>
            <a:ext cx="4062095" cy="37998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076065" y="3556635"/>
            <a:ext cx="3589020" cy="1701165"/>
          </a:xfrm>
          <a:prstGeom prst="rect">
            <a:avLst/>
          </a:prstGeom>
          <a:solidFill>
            <a:srgbClr val="F9F9F9"/>
          </a:solidFill>
          <a:ln>
            <a:solidFill>
              <a:srgbClr val="F9F9F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14775" y="1529080"/>
            <a:ext cx="4062095" cy="37998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076065" y="4201795"/>
            <a:ext cx="3589020" cy="1056005"/>
          </a:xfrm>
          <a:prstGeom prst="rect">
            <a:avLst/>
          </a:prstGeom>
          <a:solidFill>
            <a:srgbClr val="F9F9F9"/>
          </a:solidFill>
          <a:ln>
            <a:solidFill>
              <a:srgbClr val="F9F9F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14775" y="1529080"/>
            <a:ext cx="4062095" cy="37998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076065" y="4737735"/>
            <a:ext cx="3589020" cy="520065"/>
          </a:xfrm>
          <a:prstGeom prst="rect">
            <a:avLst/>
          </a:prstGeom>
          <a:solidFill>
            <a:srgbClr val="F9F9F9"/>
          </a:solidFill>
          <a:ln>
            <a:solidFill>
              <a:srgbClr val="F9F9F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14775" y="1529080"/>
            <a:ext cx="4062095" cy="379984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7060" y="2621280"/>
            <a:ext cx="8658860" cy="181673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702935" y="3507105"/>
            <a:ext cx="5142230" cy="812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7060" y="2621280"/>
            <a:ext cx="8658860" cy="181673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8790" y="727710"/>
            <a:ext cx="11413490" cy="498411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12750" y="1646555"/>
            <a:ext cx="11409680" cy="4112895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2135" y="2078990"/>
            <a:ext cx="8686800" cy="228092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8790" y="727710"/>
            <a:ext cx="11413490" cy="498411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12750" y="2042795"/>
            <a:ext cx="11409680" cy="3716655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035" y="2612390"/>
            <a:ext cx="8380095" cy="121475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8790" y="727710"/>
            <a:ext cx="11413490" cy="498411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12750" y="3221355"/>
            <a:ext cx="11409680" cy="241935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0740" y="458470"/>
            <a:ext cx="7970520" cy="59404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8790" y="727710"/>
            <a:ext cx="11413490" cy="498411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12750" y="3221355"/>
            <a:ext cx="11409680" cy="241935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8790" y="727710"/>
            <a:ext cx="11413490" cy="498411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12750" y="4498975"/>
            <a:ext cx="11409680" cy="1260475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57525" y="149225"/>
            <a:ext cx="6076315" cy="655955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8790" y="727710"/>
            <a:ext cx="11413490" cy="498411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12750" y="4498975"/>
            <a:ext cx="11409680" cy="1260475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8790" y="727710"/>
            <a:ext cx="11413490" cy="498411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12750" y="4916805"/>
            <a:ext cx="11409680" cy="804545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36875" y="2006600"/>
            <a:ext cx="6318250" cy="300418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8790" y="727710"/>
            <a:ext cx="11413490" cy="498411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12750" y="4916805"/>
            <a:ext cx="11409680" cy="804545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8790" y="727710"/>
            <a:ext cx="11413490" cy="498411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8790" y="727710"/>
            <a:ext cx="11413490" cy="498411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0605" y="5711825"/>
            <a:ext cx="4491990" cy="90106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11"/>
          <p:cNvSpPr txBox="1"/>
          <p:nvPr/>
        </p:nvSpPr>
        <p:spPr>
          <a:xfrm>
            <a:off x="4827270" y="3282950"/>
            <a:ext cx="25374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600"/>
              <a:t>Thank You</a:t>
            </a:r>
            <a:endParaRPr lang="en-US" sz="360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1.0"/>
</p:tagLst>
</file>

<file path=ppt/tags/tag2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1.0"/>
</p:tagLst>
</file>

<file path=ppt/tags/tag3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1.0"/>
</p:tagLst>
</file>

<file path=ppt/tags/tag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4"/>
  <p:tag name="KSO_WM_UNIT_ID" val="_1*i*4"/>
  <p:tag name="KSO_WM_UNIT_LAYERLEVEL" val="1"/>
  <p:tag name="KSO_WM_TAG_VERSION" val="1.0"/>
</p:tagLst>
</file>

<file path=ppt/tags/tag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1.0"/>
</p:tagLst>
</file>

<file path=ppt/tags/tag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1.0"/>
</p:tagLst>
</file>

<file path=ppt/tags/tag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1.0"/>
</p:tagLst>
</file>

<file path=ppt/tags/tag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8"/>
  <p:tag name="KSO_WM_UNIT_ID" val="_1*i*8"/>
  <p:tag name="KSO_WM_UNIT_LAYERLEVEL" val="1"/>
  <p:tag name="KSO_WM_TAG_VERSION" val="1.0"/>
</p:tagLst>
</file>

<file path=ppt/tags/tag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9"/>
  <p:tag name="KSO_WM_UNIT_ID" val="_1*i*9"/>
  <p:tag name="KSO_WM_UNIT_LAYERLEVEL" val="1"/>
  <p:tag name="KSO_WM_TAG_VERSION" val="1.0"/>
</p:tagLst>
</file>

<file path=ppt/tags/tag1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10"/>
  <p:tag name="KSO_WM_UNIT_ID" val="_1*i*10"/>
  <p:tag name="KSO_WM_UNIT_LAYERLEVEL" val="1"/>
  <p:tag name="KSO_WM_TAG_VERSION" val="1.0"/>
</p:tagLst>
</file>

<file path=ppt/tags/tag1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1.0"/>
</p:tagLst>
</file>

<file path=ppt/tags/tag12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1.0"/>
  <p:tag name="KSO_WM_BEAUTIFY_FLAG" val="#wm#"/>
  <p:tag name="KSO_WM_UNIT_CONTENT_GROUP_TYPE" val="contentchip"/>
</p:tagLst>
</file>

<file path=ppt/tags/tag13.xml><?xml version="1.0" encoding="utf-8"?>
<p:tagLst xmlns:p="http://schemas.openxmlformats.org/presentationml/2006/main">
  <p:tag name="KSO_WM_UNIT_ISCONTENTSTITLE" val="0"/>
  <p:tag name="KSO_WM_UNIT_ISNUMDGMTITLE" val="0"/>
  <p:tag name="KSO_WM_UNIT_PRESET_TEXT" val="WPS,a click to unlimited possibilities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1.0"/>
  <p:tag name="KSO_WM_BEAUTIFY_FLAG" val="#wm#"/>
  <p:tag name="KSO_WM_UNIT_CONTENT_GROUP_TYPE" val="contentchip"/>
</p:tagLst>
</file>

<file path=ppt/tags/tag1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1.0"/>
  <p:tag name="KSO_WM_BEAUTIFY_FLAG" val="#wm#"/>
  <p:tag name="KSO_WM_UNIT_CONTENT_GROUP_TYPE" val="contentchip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1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i*1"/>
  <p:tag name="KSO_WM_UNIT_LAYERLEVEL" val="1"/>
  <p:tag name="KSO_WM_TAG_VERSION" val="1.0"/>
  <p:tag name="KSO_WM_UNIT_TYPE" val="i"/>
  <p:tag name="KSO_WM_UNIT_INDEX" val="1"/>
  <p:tag name="KSO_WM_UNIT_CONTENT_GROUP_TYPE" val="titlestyle"/>
</p:tagLst>
</file>

<file path=ppt/tags/tag2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1.0"/>
  <p:tag name="KSO_WM_BEAUTIFY_FLAG" val="#wm#"/>
  <p:tag name="KSO_WM_UNIT_CONTENT_GROUP_TYPE" val="titlestyle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1.0"/>
  <p:tag name="KSO_WM_UNIT_TYPE" val="i"/>
  <p:tag name="KSO_WM_UNIT_INDEX" val="1"/>
</p:tagLst>
</file>

<file path=ppt/tags/tag2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1.0"/>
  <p:tag name="KSO_WM_UNIT_TYPE" val="i"/>
  <p:tag name="KSO_WM_UNIT_INDEX" val="3"/>
</p:tagLst>
</file>

<file path=ppt/tags/tag26.xml><?xml version="1.0" encoding="utf-8"?>
<p:tagLst xmlns:p="http://schemas.openxmlformats.org/presentationml/2006/main">
  <p:tag name="KSO_WM_UNIT_ISCONTENTSTITLE" val="0"/>
  <p:tag name="KSO_WM_UNIT_ISNUMDGMTITLE" val="0"/>
  <p:tag name="KSO_WM_UNIT_PRESET_TEXT" val="CONTENTS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3*b*1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1.0"/>
  <p:tag name="KSO_WM_UNIT_TYPE" val="i"/>
  <p:tag name="KSO_WM_UNIT_INDEX" val="1"/>
</p:tagLst>
</file>

<file path=ppt/tags/tag32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1.0"/>
  <p:tag name="KSO_WM_UNIT_TYPE" val="i"/>
  <p:tag name="KSO_WM_UNIT_INDEX" val="2"/>
</p:tagLst>
</file>

<file path=ppt/tags/tag3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1.0"/>
  <p:tag name="KSO_WM_UNIT_TYPE" val="i"/>
  <p:tag name="KSO_WM_UNIT_INDEX" val="3"/>
</p:tagLst>
</file>

<file path=ppt/tags/tag3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1.0"/>
  <p:tag name="KSO_WM_UNIT_CONTENT_GROUP_TYPE" val="contentchip"/>
  <p:tag name="KSO_WM_UNIT_TYPE" val="i"/>
  <p:tag name="KSO_WM_UNIT_INDEX" val="4"/>
</p:tagLst>
</file>

<file path=ppt/tags/tag3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5"/>
  <p:tag name="KSO_WM_UNIT_LAYERLEVEL" val="1"/>
  <p:tag name="KSO_WM_TAG_VERSION" val="1.0"/>
  <p:tag name="KSO_WM_UNIT_TYPE" val="i"/>
  <p:tag name="KSO_WM_UNIT_INDEX" val="5"/>
</p:tagLst>
</file>

<file path=ppt/tags/tag36.xml><?xml version="1.0" encoding="utf-8"?>
<p:tagLst xmlns:p="http://schemas.openxmlformats.org/presentationml/2006/main">
  <p:tag name="KSO_WM_UNIT_PRESET_TEXT" val="01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1.0"/>
  <p:tag name="KSO_WM_BEAUTIFY_FLAG" val="#wm#"/>
  <p:tag name="KSO_WM_UNIT_CONTENT_GROUP_TYPE" val="contentchip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4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4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5*i*1"/>
  <p:tag name="KSO_WM_UNIT_LAYERLEVEL" val="1"/>
  <p:tag name="KSO_WM_TAG_VERSION" val="1.0"/>
  <p:tag name="KSO_WM_UNIT_TYPE" val="i"/>
  <p:tag name="KSO_WM_UNIT_INDEX" val="1"/>
  <p:tag name="KSO_WM_UNIT_CONTENT_GROUP_TYPE" val="titlestyle"/>
</p:tagLst>
</file>

<file path=ppt/tags/tag44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1.0"/>
  <p:tag name="KSO_WM_BEAUTIFY_FLAG" val="#wm#"/>
  <p:tag name="KSO_WM_UNIT_CONTENT_GROUP_TYPE" val="titlestyle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49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51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6*i*1"/>
  <p:tag name="KSO_WM_UNIT_LAYERLEVEL" val="1"/>
  <p:tag name="KSO_WM_TAG_VERSION" val="1.0"/>
  <p:tag name="KSO_WM_UNIT_TYPE" val="i"/>
  <p:tag name="KSO_WM_UNIT_INDEX" val="1"/>
  <p:tag name="KSO_WM_UNIT_CONTENT_GROUP_TYPE" val="titlestyle"/>
</p:tagLst>
</file>

<file path=ppt/tags/tag53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1.0"/>
  <p:tag name="KSO_WM_BEAUTIFY_FLAG" val="#wm#"/>
  <p:tag name="KSO_WM_UNIT_CONTENT_GROUP_TYPE" val="titlestyle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1"/>
  <p:tag name="KSO_WM_UNIT_LAYERLEVEL" val="1"/>
  <p:tag name="KSO_WM_TAG_VERSION" val="1.0"/>
  <p:tag name="KSO_WM_UNIT_TYPE" val="i"/>
  <p:tag name="KSO_WM_UNIT_INDEX" val="1"/>
  <p:tag name="KSO_WM_UNIT_CONTENT_GROUP_TYPE" val="titlestyle"/>
</p:tagLst>
</file>

<file path=ppt/tags/tag58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1.0"/>
  <p:tag name="KSO_WM_BEAUTIFY_FLAG" val="#wm#"/>
  <p:tag name="KSO_WM_UNIT_CONTENT_GROUP_TYPE" val="titlestyle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8*i*1"/>
  <p:tag name="KSO_WM_UNIT_LAYERLEVEL" val="1"/>
  <p:tag name="KSO_WM_TAG_VERSION" val="1.0"/>
  <p:tag name="KSO_WM_UNIT_TYPE" val="i"/>
  <p:tag name="KSO_WM_UNIT_INDEX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6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9*i*1"/>
  <p:tag name="KSO_WM_UNIT_LAYERLEVEL" val="1"/>
  <p:tag name="KSO_WM_TAG_VERSION" val="1.0"/>
  <p:tag name="KSO_WM_UNIT_TYPE" val="i"/>
  <p:tag name="KSO_WM_UNIT_INDEX" val="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1"/>
  <p:tag name="KSO_WM_UNIT_LAYERLEVEL" val="1"/>
  <p:tag name="KSO_WM_TAG_VERSION" val="1.0"/>
  <p:tag name="KSO_WM_UNIT_CONTENT_GROUP_TYPE" val="titlestyle"/>
  <p:tag name="KSO_WM_UNIT_TYPE" val="i"/>
  <p:tag name="KSO_WM_UNIT_INDEX" val="1"/>
</p:tagLst>
</file>

<file path=ppt/tags/tag7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选择预设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1.0"/>
  <p:tag name="KSO_WM_BEAUTIFY_FLAG" val="#wm#"/>
  <p:tag name="KSO_WM_UNIT_CONTENT_GROUP_TYPE" val="titlestyle"/>
</p:tagLst>
</file>

<file path=ppt/tags/tag73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1.0"/>
  <p:tag name="KSO_WM_BEAUTIFY_FLAG" val="#wm#"/>
  <p:tag name="KSO_WM_UNIT_CONTENT_GROUP_TYPE" val="titlestyle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1.0"/>
  <p:tag name="KSO_WM_UNIT_TYPE" val="i"/>
  <p:tag name="KSO_WM_UNIT_INDEX" val="1"/>
</p:tagLst>
</file>

<file path=ppt/tags/tag78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1.0"/>
  <p:tag name="KSO_WM_UNIT_TYPE" val="i"/>
  <p:tag name="KSO_WM_UNIT_INDEX" val="2"/>
</p:tagLst>
</file>

<file path=ppt/tags/tag79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1.0"/>
  <p:tag name="KSO_WM_UNIT_TYPE" val="i"/>
  <p:tag name="KSO_WM_UNIT_INDEX" val="3"/>
</p:tagLst>
</file>

<file path=ppt/tags/tag8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1.0"/>
  <p:tag name="KSO_WM_UNIT_CONTENT_GROUP_TYPE" val="contentchip"/>
  <p:tag name="KSO_WM_UNIT_TYPE" val="i"/>
  <p:tag name="KSO_WM_UNIT_INDEX" val="4"/>
</p:tagLst>
</file>

<file path=ppt/tags/tag8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1.0"/>
  <p:tag name="KSO_WM_UNIT_TYPE" val="i"/>
  <p:tag name="KSO_WM_UNIT_INDEX" val="5"/>
</p:tagLst>
</file>

<file path=ppt/tags/tag8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6"/>
  <p:tag name="KSO_WM_UNIT_LAYERLEVEL" val="1"/>
  <p:tag name="KSO_WM_TAG_VERSION" val="1.0"/>
  <p:tag name="KSO_WM_UNIT_TYPE" val="i"/>
  <p:tag name="KSO_WM_UNIT_INDEX" val="6"/>
</p:tagLst>
</file>

<file path=ppt/tags/tag8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7"/>
  <p:tag name="KSO_WM_UNIT_LAYERLEVEL" val="1"/>
  <p:tag name="KSO_WM_TAG_VERSION" val="1.0"/>
  <p:tag name="KSO_WM_UNIT_TYPE" val="i"/>
  <p:tag name="KSO_WM_UNIT_INDEX" val="7"/>
</p:tagLst>
</file>

<file path=ppt/tags/tag8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8"/>
  <p:tag name="KSO_WM_UNIT_LAYERLEVEL" val="1"/>
  <p:tag name="KSO_WM_TAG_VERSION" val="1.0"/>
  <p:tag name="KSO_WM_UNIT_CONTENT_GROUP_TYPE" val="contentchip"/>
  <p:tag name="KSO_WM_UNIT_TYPE" val="i"/>
  <p:tag name="KSO_WM_UNIT_INDEX" val="8"/>
</p:tagLst>
</file>

<file path=ppt/tags/tag8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9"/>
  <p:tag name="KSO_WM_UNIT_LAYERLEVEL" val="1"/>
  <p:tag name="KSO_WM_TAG_VERSION" val="1.0"/>
  <p:tag name="KSO_WM_UNIT_CONTENT_GROUP_TYPE" val="contentchip"/>
  <p:tag name="KSO_WM_UNIT_TYPE" val="i"/>
  <p:tag name="KSO_WM_UNIT_INDEX" val="9"/>
</p:tagLst>
</file>

<file path=ppt/tags/tag8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0"/>
  <p:tag name="KSO_WM_UNIT_LAYERLEVEL" val="1"/>
  <p:tag name="KSO_WM_TAG_VERSION" val="1.0"/>
  <p:tag name="KSO_WM_UNIT_CONTENT_GROUP_TYPE" val="contentchip"/>
  <p:tag name="KSO_WM_UNIT_TYPE" val="i"/>
  <p:tag name="KSO_WM_UNIT_INDEX" val="10"/>
</p:tagLst>
</file>

<file path=ppt/tags/tag8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1"/>
  <p:tag name="KSO_WM_UNIT_LAYERLEVEL" val="1"/>
  <p:tag name="KSO_WM_TAG_VERSION" val="1.0"/>
  <p:tag name="KSO_WM_UNIT_TYPE" val="i"/>
  <p:tag name="KSO_WM_UNIT_INDEX" val="11"/>
</p:tagLst>
</file>

<file path=ppt/tags/tag88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ISCONTENTSTITLE" val="0"/>
  <p:tag name="KSO_WM_UNIT_ISNUMDGMTITLE" val="0"/>
  <p:tag name="KSO_WM_UNIT_PRESET_TEXT" val="THANK  YOU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1.0"/>
  <p:tag name="KSO_WM_UNIT_TYPE" val="i"/>
  <p:tag name="KSO_WM_UNIT_INDEX" val="1"/>
  <p:tag name="KSO_WM_UNIT_CONTENT_GROUP_TYPE" val="titlestyle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30314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30314"/>
</p:tagLst>
</file>

<file path=ppt/tags/tag99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1.0"/>
  <p:tag name="KSO_WM_BEAUTIFY_FLAG" val="#wm#"/>
  <p:tag name="KSO_WM_TEMPLATE_CATEGORY" val="custom"/>
  <p:tag name="KSO_WM_TEMPLATE_INDEX" val="20230314"/>
  <p:tag name="KSO_WM_SPECIAL_SOURCE" val="bdnull"/>
  <p:tag name="KSO_WM_TEMPLATE_THUMBS_INDEX" val="1、9"/>
</p:tagLst>
</file>

<file path=ppt/tags/tag100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01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02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03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04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05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06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07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08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09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10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11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12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13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14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15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16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17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18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19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20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21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22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23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24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25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26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27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28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29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30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31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32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33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34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35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36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37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38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39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40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41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42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43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44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45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46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47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48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49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50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51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52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53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54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55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56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57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58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59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60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61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62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63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64.xml><?xml version="1.0" encoding="utf-8"?>
<p:tagLst xmlns:p="http://schemas.openxmlformats.org/presentationml/2006/main">
  <p:tag name="COMMONDATA" val="eyJjb3VudCI6MzgsImhkaWQiOiJmNDJlMmZmMmZhNWUyZDkyZTk5MzIxMzQ3MTJiZWMxYyIsInVzZXJDb3VudCI6Mn0="/>
  <p:tag name="KSO_WPP_MARK_KEY" val="7023136d-9efa-45e3-91bf-b99ccddb9299"/>
</p:tagLst>
</file>

<file path=ppt/theme/theme1.xml><?xml version="1.0" encoding="utf-8"?>
<a:theme xmlns:a="http://schemas.openxmlformats.org/drawingml/2006/main" name="Office 主题">
  <a:themeElements>
    <a:clrScheme name="自定义 102">
      <a:dk1>
        <a:srgbClr val="000000"/>
      </a:dk1>
      <a:lt1>
        <a:srgbClr val="FFFFFF"/>
      </a:lt1>
      <a:dk2>
        <a:srgbClr val="011163"/>
      </a:dk2>
      <a:lt2>
        <a:srgbClr val="F3F5FF"/>
      </a:lt2>
      <a:accent1>
        <a:srgbClr val="4864FC"/>
      </a:accent1>
      <a:accent2>
        <a:srgbClr val="6C5EDE"/>
      </a:accent2>
      <a:accent3>
        <a:srgbClr val="9059BF"/>
      </a:accent3>
      <a:accent4>
        <a:srgbClr val="B453A1"/>
      </a:accent4>
      <a:accent5>
        <a:srgbClr val="D84E82"/>
      </a:accent5>
      <a:accent6>
        <a:srgbClr val="FC4864"/>
      </a:accent6>
      <a:hlink>
        <a:srgbClr val="0563C1"/>
      </a:hlink>
      <a:folHlink>
        <a:srgbClr val="954D72"/>
      </a:folHlink>
    </a:clrScheme>
    <a:fontScheme name="自定义 18">
      <a:majorFont>
        <a:latin typeface="MiSans Heavy"/>
        <a:ea typeface="MiSans Heavy"/>
        <a:cs typeface=""/>
      </a:majorFont>
      <a:minorFont>
        <a:latin typeface="MiSans Normal"/>
        <a:ea typeface="MiSans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MiSans Norm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Sans Normal"/>
        <a:ea typeface=""/>
        <a:cs typeface=""/>
        <a:font script="Jpan" typeface="ＭＳ Ｐゴシック"/>
        <a:font script="Hang" typeface="맑은 고딕"/>
        <a:font script="Hans" typeface="MiSans Normal"/>
        <a:font script="Hant" typeface="新細明體"/>
        <a:font script="Arab" typeface="MiSans Normal"/>
        <a:font script="Hebr" typeface="MiSans Norm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MiSans Norm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MiSans Norm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Sans Normal"/>
        <a:ea typeface=""/>
        <a:cs typeface=""/>
        <a:font script="Jpan" typeface="ＭＳ Ｐゴシック"/>
        <a:font script="Hang" typeface="맑은 고딕"/>
        <a:font script="Hans" typeface="MiSans Normal"/>
        <a:font script="Hant" typeface="新細明體"/>
        <a:font script="Arab" typeface="MiSans Normal"/>
        <a:font script="Hebr" typeface="MiSans Norm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MiSans Norm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1024</Words>
  <Application>WPS Presentation</Application>
  <PresentationFormat>宽屏</PresentationFormat>
  <Paragraphs>80</Paragraphs>
  <Slides>63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63</vt:i4>
      </vt:variant>
    </vt:vector>
  </HeadingPairs>
  <TitlesOfParts>
    <vt:vector size="76" baseType="lpstr">
      <vt:lpstr>Arial</vt:lpstr>
      <vt:lpstr>SimSun</vt:lpstr>
      <vt:lpstr>Wingdings</vt:lpstr>
      <vt:lpstr>MiSans Normal</vt:lpstr>
      <vt:lpstr>苹方-简</vt:lpstr>
      <vt:lpstr>Wingdings</vt:lpstr>
      <vt:lpstr>MiSans Heavy</vt:lpstr>
      <vt:lpstr>Microsoft YaHei</vt:lpstr>
      <vt:lpstr>汉仪旗黑</vt:lpstr>
      <vt:lpstr>Arial Unicode MS</vt:lpstr>
      <vt:lpstr>MiSans Normal</vt:lpstr>
      <vt:lpstr>汉仪书宋二KW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谢杰</cp:lastModifiedBy>
  <cp:revision>277</cp:revision>
  <dcterms:created xsi:type="dcterms:W3CDTF">2026-03-12T02:42:49Z</dcterms:created>
  <dcterms:modified xsi:type="dcterms:W3CDTF">2026-03-12T02:42:49Z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1033-12.1.25205.25205</vt:lpwstr>
  </property>
  <property fmtid="{D5CDD505-2E9C-101B-9397-08002B2CF9AE}" pid="3" name="ICV">
    <vt:lpwstr>9F555CF350F8D710F2982C65846E66C9_41</vt:lpwstr>
  </property>
  <property fmtid="{D5CDD505-2E9C-101B-9397-08002B2CF9AE}" pid="4" name="KSOTemplateUUID">
    <vt:lpwstr>v1.0_mb_WWKVAA3calnmZWOTug9OwQ==</vt:lpwstr>
  </property>
</Properties>
</file>