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3"/>
  </p:handoutMasterIdLst>
  <p:sldIdLst>
    <p:sldId id="346" r:id="rId3"/>
    <p:sldId id="426" r:id="rId5"/>
    <p:sldId id="521" r:id="rId6"/>
    <p:sldId id="560" r:id="rId7"/>
    <p:sldId id="427" r:id="rId8"/>
    <p:sldId id="428" r:id="rId9"/>
    <p:sldId id="522" r:id="rId10"/>
    <p:sldId id="523" r:id="rId11"/>
    <p:sldId id="524" r:id="rId12"/>
    <p:sldId id="525" r:id="rId13"/>
    <p:sldId id="526" r:id="rId14"/>
    <p:sldId id="527" r:id="rId15"/>
    <p:sldId id="429" r:id="rId16"/>
    <p:sldId id="430" r:id="rId17"/>
    <p:sldId id="528" r:id="rId18"/>
    <p:sldId id="529" r:id="rId19"/>
    <p:sldId id="431" r:id="rId20"/>
    <p:sldId id="432" r:id="rId21"/>
    <p:sldId id="531" r:id="rId22"/>
    <p:sldId id="433" r:id="rId23"/>
    <p:sldId id="532" r:id="rId24"/>
    <p:sldId id="533" r:id="rId25"/>
    <p:sldId id="534" r:id="rId26"/>
    <p:sldId id="434" r:id="rId27"/>
    <p:sldId id="535" r:id="rId28"/>
    <p:sldId id="536" r:id="rId29"/>
    <p:sldId id="435" r:id="rId30"/>
    <p:sldId id="436" r:id="rId31"/>
    <p:sldId id="437" r:id="rId32"/>
    <p:sldId id="438" r:id="rId33"/>
    <p:sldId id="439" r:id="rId34"/>
    <p:sldId id="440" r:id="rId35"/>
    <p:sldId id="441" r:id="rId36"/>
    <p:sldId id="442" r:id="rId37"/>
    <p:sldId id="443" r:id="rId38"/>
    <p:sldId id="444" r:id="rId39"/>
    <p:sldId id="537" r:id="rId40"/>
    <p:sldId id="445" r:id="rId41"/>
    <p:sldId id="538" r:id="rId42"/>
    <p:sldId id="539" r:id="rId43"/>
    <p:sldId id="540" r:id="rId44"/>
    <p:sldId id="541" r:id="rId45"/>
    <p:sldId id="446" r:id="rId46"/>
    <p:sldId id="542" r:id="rId47"/>
    <p:sldId id="447" r:id="rId48"/>
    <p:sldId id="543" r:id="rId49"/>
    <p:sldId id="448" r:id="rId50"/>
    <p:sldId id="449" r:id="rId51"/>
    <p:sldId id="544" r:id="rId52"/>
    <p:sldId id="545" r:id="rId53"/>
    <p:sldId id="546" r:id="rId54"/>
    <p:sldId id="450" r:id="rId55"/>
    <p:sldId id="547" r:id="rId56"/>
    <p:sldId id="548" r:id="rId57"/>
    <p:sldId id="451" r:id="rId58"/>
    <p:sldId id="550" r:id="rId59"/>
    <p:sldId id="549" r:id="rId60"/>
    <p:sldId id="452" r:id="rId61"/>
    <p:sldId id="551" r:id="rId62"/>
    <p:sldId id="552" r:id="rId63"/>
    <p:sldId id="453" r:id="rId64"/>
    <p:sldId id="553" r:id="rId65"/>
    <p:sldId id="554" r:id="rId66"/>
    <p:sldId id="555" r:id="rId67"/>
    <p:sldId id="556" r:id="rId68"/>
    <p:sldId id="557" r:id="rId69"/>
    <p:sldId id="558" r:id="rId70"/>
    <p:sldId id="559" r:id="rId71"/>
    <p:sldId id="344" r:id="rId72"/>
  </p:sldIdLst>
  <p:sldSz cx="12192000" cy="6858000"/>
  <p:notesSz cx="6858000" cy="9144000"/>
  <p:custDataLst>
    <p:tags r:id="rId7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432"/>
    <a:srgbClr val="F9F9F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" d="100"/>
          <a:sy n="10" d="100"/>
        </p:scale>
        <p:origin x="-197" y="2280"/>
      </p:cViewPr>
      <p:guideLst>
        <p:guide orient="horz" pos="2160"/>
        <p:guide pos="385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8" Type="http://schemas.openxmlformats.org/officeDocument/2006/relationships/tags" Target="tags/tag170.xml"/><Relationship Id="rId77" Type="http://schemas.openxmlformats.org/officeDocument/2006/relationships/commentAuthors" Target="commentAuthors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handoutMaster" Target="handoutMasters/handoutMaster1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3"/>
            </p:custDataLst>
          </p:nvPr>
        </p:nvSpPr>
        <p:spPr>
          <a:xfrm>
            <a:off x="2273300" y="4438650"/>
            <a:ext cx="7589520" cy="661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单击编辑文本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4"/>
            </p:custDataLst>
          </p:nvPr>
        </p:nvSpPr>
        <p:spPr>
          <a:xfrm>
            <a:off x="2273935" y="1953895"/>
            <a:ext cx="8413115" cy="556260"/>
          </a:xfrm>
          <a:prstGeom prst="rect">
            <a:avLst/>
          </a:prstGeom>
          <a:noFill/>
        </p:spPr>
        <p:txBody>
          <a:bodyPr wrap="square" lIns="91440" tIns="45720" rIns="144145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2273300" y="2510155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1165860" y="4138930"/>
            <a:ext cx="1375408" cy="195199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just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000" b="0" i="0" u="none" strike="noStrike" kern="1200" cap="none" spc="0" normalizeH="0" baseline="0" noProof="1">
                <a:solidFill>
                  <a:schemeClr val="bg1">
                    <a:lumMod val="8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just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1166495" y="1793240"/>
            <a:ext cx="1375410" cy="212221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330" y="397510"/>
            <a:ext cx="10968990" cy="58591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08330" y="1075690"/>
            <a:ext cx="10968990" cy="47180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5"/>
            </p:custDataLst>
          </p:nvPr>
        </p:nvSpPr>
        <p:spPr>
          <a:xfrm rot="10800000">
            <a:off x="5155565" y="3089275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>
            <p:custDataLst>
              <p:tags r:id="rId9"/>
            </p:custDataLst>
          </p:nvPr>
        </p:nvSpPr>
        <p:spPr>
          <a:xfrm>
            <a:off x="10016490" y="357695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>
            <p:custDataLst>
              <p:tags r:id="rId10"/>
            </p:custDataLst>
          </p:nvPr>
        </p:nvSpPr>
        <p:spPr>
          <a:xfrm>
            <a:off x="10123170" y="368363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>
            <p:custDataLst>
              <p:tags r:id="rId11"/>
            </p:custDataLst>
          </p:nvPr>
        </p:nvSpPr>
        <p:spPr>
          <a:xfrm>
            <a:off x="10227310" y="377634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3"/>
            </p:custDataLst>
          </p:nvPr>
        </p:nvSpPr>
        <p:spPr>
          <a:xfrm>
            <a:off x="7466330" y="3648075"/>
            <a:ext cx="2365375" cy="667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2418715" y="1275715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365126"/>
            <a:ext cx="10515600" cy="6226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237129"/>
            <a:ext cx="10515600" cy="4939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8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9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3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4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6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7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8.xml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9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0.xml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5.xml"/><Relationship Id="rId1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9.xml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0.xml"/><Relationship Id="rId1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1.xml"/><Relationship Id="rId1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2.xml"/><Relationship Id="rId1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3.xml"/><Relationship Id="rId1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4.xml"/><Relationship Id="rId1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5.xml"/><Relationship Id="rId1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6.xml"/><Relationship Id="rId1" Type="http://schemas.openxmlformats.org/officeDocument/2006/relationships/image" Target="../media/image20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7.xml"/><Relationship Id="rId1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0.xml"/><Relationship Id="rId1" Type="http://schemas.openxmlformats.org/officeDocument/2006/relationships/image" Target="../media/image19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1.xml"/><Relationship Id="rId1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2.xml"/><Relationship Id="rId1" Type="http://schemas.openxmlformats.org/officeDocument/2006/relationships/image" Target="../media/image23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3.xml"/><Relationship Id="rId1" Type="http://schemas.openxmlformats.org/officeDocument/2006/relationships/image" Target="../media/image23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image" Target="../media/image23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5.xml"/><Relationship Id="rId1" Type="http://schemas.openxmlformats.org/officeDocument/2006/relationships/image" Target="../media/image24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6.xml"/><Relationship Id="rId1" Type="http://schemas.openxmlformats.org/officeDocument/2006/relationships/image" Target="../media/image19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7.xml"/><Relationship Id="rId1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8.xml"/><Relationship Id="rId1" Type="http://schemas.openxmlformats.org/officeDocument/2006/relationships/image" Target="../media/image25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9.xml"/><Relationship Id="rId1" Type="http://schemas.openxmlformats.org/officeDocument/2006/relationships/image" Target="../media/image25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0.xml"/><Relationship Id="rId1" Type="http://schemas.openxmlformats.org/officeDocument/2006/relationships/image" Target="../media/image25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1.xml"/><Relationship Id="rId1" Type="http://schemas.openxmlformats.org/officeDocument/2006/relationships/image" Target="../media/image26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2.xml"/><Relationship Id="rId1" Type="http://schemas.openxmlformats.org/officeDocument/2006/relationships/image" Target="../media/image26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3.xml"/><Relationship Id="rId1" Type="http://schemas.openxmlformats.org/officeDocument/2006/relationships/image" Target="../media/image26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4.xml"/><Relationship Id="rId1" Type="http://schemas.openxmlformats.org/officeDocument/2006/relationships/image" Target="../media/image26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" Type="http://schemas.openxmlformats.org/officeDocument/2006/relationships/image" Target="../media/image26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6.xml"/><Relationship Id="rId1" Type="http://schemas.openxmlformats.org/officeDocument/2006/relationships/image" Target="../media/image26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7.xml"/><Relationship Id="rId1" Type="http://schemas.openxmlformats.org/officeDocument/2006/relationships/image" Target="../media/image19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8.xml"/><Relationship Id="rId1" Type="http://schemas.openxmlformats.org/officeDocument/2006/relationships/image" Target="../media/image1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359400" y="3136900"/>
            <a:ext cx="19329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项目</a:t>
            </a:r>
            <a:r>
              <a:rPr lang="zh-CN" altLang="en-US" sz="3200"/>
              <a:t>组装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007995" y="2055495"/>
            <a:ext cx="6119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它不是</a:t>
            </a:r>
            <a:r>
              <a:rPr lang="en-US" altLang="en-US"/>
              <a:t>“</a:t>
            </a:r>
            <a:r>
              <a:rPr lang="zh-CN" altLang="en-US"/>
              <a:t>生成代码</a:t>
            </a:r>
            <a:r>
              <a:rPr lang="en-US" altLang="en-US"/>
              <a:t>”</a:t>
            </a:r>
            <a:r>
              <a:rPr lang="zh-CN" altLang="en-US"/>
              <a:t>的节点，而是</a:t>
            </a:r>
            <a:r>
              <a:rPr lang="en-US" altLang="en-US"/>
              <a:t>“</a:t>
            </a:r>
            <a:r>
              <a:rPr lang="zh-CN" altLang="en-US"/>
              <a:t>收集前面所有步骤的产物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07995" y="2055495"/>
            <a:ext cx="6119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它不是</a:t>
            </a:r>
            <a:r>
              <a:rPr lang="en-US" altLang="en-US"/>
              <a:t>“</a:t>
            </a:r>
            <a:r>
              <a:rPr lang="zh-CN" altLang="en-US"/>
              <a:t>生成代码</a:t>
            </a:r>
            <a:r>
              <a:rPr lang="en-US" altLang="en-US"/>
              <a:t>”</a:t>
            </a:r>
            <a:r>
              <a:rPr lang="zh-CN" altLang="en-US"/>
              <a:t>的节点，而是</a:t>
            </a:r>
            <a:r>
              <a:rPr lang="en-US" altLang="en-US"/>
              <a:t>“</a:t>
            </a:r>
            <a:r>
              <a:rPr lang="zh-CN" altLang="en-US"/>
              <a:t>收集前面所有步骤的产物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2943225" y="3060700"/>
            <a:ext cx="63252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把它们组装成</a:t>
            </a:r>
            <a:r>
              <a:rPr lang="en-US" altLang="en-US">
                <a:sym typeface="+mn-ea"/>
              </a:rPr>
              <a:t> Sandpack </a:t>
            </a:r>
            <a:r>
              <a:rPr lang="zh-CN" altLang="en-US">
                <a:sym typeface="+mn-ea"/>
              </a:rPr>
              <a:t>能直接运行的文件系统对象</a:t>
            </a:r>
            <a:r>
              <a:rPr lang="en-US" altLang="en-US">
                <a:sym typeface="+mn-ea"/>
              </a:rPr>
              <a:t>”</a:t>
            </a:r>
            <a:r>
              <a:rPr lang="zh-CN" altLang="en-US">
                <a:sym typeface="+mn-ea"/>
              </a:rPr>
              <a:t>的节点</a:t>
            </a:r>
            <a:endParaRPr lang="zh-CN" altLang="en-US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9350" y="1278255"/>
            <a:ext cx="4214495" cy="43014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6040" y="1588135"/>
            <a:ext cx="4440555" cy="3682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510" y="2068830"/>
            <a:ext cx="6570980" cy="2720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80970" y="2465070"/>
            <a:ext cx="6828155" cy="24053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510" y="2068830"/>
            <a:ext cx="6570980" cy="2720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80970" y="2891155"/>
            <a:ext cx="6828155" cy="197929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510" y="2068830"/>
            <a:ext cx="6570980" cy="2720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80970" y="3228340"/>
            <a:ext cx="6828155" cy="164211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510" y="2068830"/>
            <a:ext cx="6570980" cy="2720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80970" y="3633470"/>
            <a:ext cx="6828155" cy="12369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510" y="2068830"/>
            <a:ext cx="6570980" cy="2720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80970" y="4011295"/>
            <a:ext cx="6828155" cy="85915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510" y="2068830"/>
            <a:ext cx="6570980" cy="2720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80970" y="4425315"/>
            <a:ext cx="6828155" cy="44513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510" y="2068830"/>
            <a:ext cx="6570980" cy="27209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06975" y="3244850"/>
            <a:ext cx="2326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assembleSchema.ts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130" y="966470"/>
            <a:ext cx="9095740" cy="49250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32305" y="1297305"/>
            <a:ext cx="8426450" cy="415226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130" y="966470"/>
            <a:ext cx="9095740" cy="49250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32305" y="3429000"/>
            <a:ext cx="8426450" cy="202057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130" y="966470"/>
            <a:ext cx="9095740" cy="49250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92065" y="3244850"/>
            <a:ext cx="2007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assembleNode.ts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950" y="670560"/>
            <a:ext cx="6133465" cy="31896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950" y="670560"/>
            <a:ext cx="6133465" cy="31896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4156075"/>
            <a:ext cx="2447290" cy="22656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0"/>
            <a:ext cx="78105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11400" y="79375"/>
            <a:ext cx="7453630" cy="666813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0"/>
            <a:ext cx="78105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11400" y="3111500"/>
            <a:ext cx="7453630" cy="363601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0"/>
            <a:ext cx="78105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11400" y="4806950"/>
            <a:ext cx="7453630" cy="194056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0"/>
            <a:ext cx="781050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0" y="0"/>
            <a:ext cx="67818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90545" y="1276985"/>
            <a:ext cx="5200650" cy="119761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733675" y="2700020"/>
            <a:ext cx="6478905" cy="382270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0" y="0"/>
            <a:ext cx="67818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33675" y="2700020"/>
            <a:ext cx="6478905" cy="382270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0" y="0"/>
            <a:ext cx="678180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2280" y="2275840"/>
            <a:ext cx="5997575" cy="23069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4115" y="2770505"/>
            <a:ext cx="7303770" cy="13176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115" y="2904490"/>
            <a:ext cx="6287770" cy="12376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9995" y="2559685"/>
            <a:ext cx="4652010" cy="17386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635" y="2888615"/>
            <a:ext cx="8635365" cy="14306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8830" y="2627630"/>
            <a:ext cx="5513705" cy="17246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1055" y="2690495"/>
            <a:ext cx="5470525" cy="14770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7915" y="2098040"/>
            <a:ext cx="7455535" cy="26625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4940" y="2091055"/>
            <a:ext cx="6802755" cy="26758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186680" y="3244850"/>
            <a:ext cx="2086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程序化依赖分析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186680" y="3244850"/>
            <a:ext cx="2086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程序化依赖分析</a:t>
            </a:r>
            <a:endParaRPr lang="zh-CN" altLang="en-US" sz="2000"/>
          </a:p>
        </p:txBody>
      </p:sp>
      <p:sp>
        <p:nvSpPr>
          <p:cNvPr id="3" name="Text Box 2"/>
          <p:cNvSpPr txBox="1"/>
          <p:nvPr/>
        </p:nvSpPr>
        <p:spPr>
          <a:xfrm>
            <a:off x="4966970" y="3872230"/>
            <a:ext cx="2526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根据真实代码分析依赖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30" y="194310"/>
            <a:ext cx="10261600" cy="64693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03935" y="777875"/>
            <a:ext cx="10322560" cy="581977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30" y="194310"/>
            <a:ext cx="10261600" cy="64693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03935" y="2125345"/>
            <a:ext cx="10322560" cy="447230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454640" y="145859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30" y="194310"/>
            <a:ext cx="10261600" cy="64693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03935" y="4414520"/>
            <a:ext cx="10322560" cy="21831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454640" y="145859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0454640" y="277495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30" y="194310"/>
            <a:ext cx="10261600" cy="64693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03935" y="5643880"/>
            <a:ext cx="10322560" cy="9537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454640" y="145859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0412730" y="275526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22255" y="501396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30" y="194310"/>
            <a:ext cx="10261600" cy="6469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454640" y="145859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0454640" y="277431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54640" y="501205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4175" y="0"/>
            <a:ext cx="6343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0070" y="248920"/>
            <a:ext cx="6033770" cy="637857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4175" y="0"/>
            <a:ext cx="6343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0070" y="2072640"/>
            <a:ext cx="6033770" cy="455485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505" y="438785"/>
            <a:ext cx="9444990" cy="59797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03935" y="3067050"/>
            <a:ext cx="10322560" cy="3530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868535" y="110172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505" y="438785"/>
            <a:ext cx="9444990" cy="59797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868535" y="110172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995535" y="373316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010" y="2251710"/>
            <a:ext cx="9023350" cy="23545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698355" y="299974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010" y="1000760"/>
            <a:ext cx="9237980" cy="48558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906635" y="126492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22680" y="2145665"/>
            <a:ext cx="10322560" cy="3530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010" y="1000760"/>
            <a:ext cx="9237980" cy="48558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906635" y="126492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635" y="277939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4175" y="0"/>
            <a:ext cx="6343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0070" y="2091690"/>
            <a:ext cx="6033770" cy="453580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4175" y="0"/>
            <a:ext cx="6343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0070" y="3975100"/>
            <a:ext cx="6033770" cy="265239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2570" y="508635"/>
            <a:ext cx="8987155" cy="57003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549130" y="73977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22680" y="2145665"/>
            <a:ext cx="10322560" cy="41446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2570" y="508635"/>
            <a:ext cx="8987155" cy="57003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549130" y="73977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22680" y="4206875"/>
            <a:ext cx="10322560" cy="208343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16440" y="269049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2570" y="508635"/>
            <a:ext cx="8987155" cy="57003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549130" y="73977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16440" y="269049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597390" y="477901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864360"/>
            <a:ext cx="9126220" cy="28467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673590" y="245237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741535" y="408432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4175" y="0"/>
            <a:ext cx="6343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0070" y="3975100"/>
            <a:ext cx="6033770" cy="265239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4175" y="0"/>
            <a:ext cx="6343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0070" y="4847590"/>
            <a:ext cx="6033770" cy="177990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805" y="352425"/>
            <a:ext cx="8961755" cy="61525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658350" y="63055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93215" y="1725930"/>
            <a:ext cx="9043670" cy="479171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805" y="352425"/>
            <a:ext cx="8961755" cy="61525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658350" y="63055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93215" y="4053840"/>
            <a:ext cx="9043670" cy="2463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785350" y="274002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805" y="352425"/>
            <a:ext cx="8961755" cy="61525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658350" y="63055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785350" y="2740025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766300" y="507492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0" y="349250"/>
            <a:ext cx="9321165" cy="61601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93215" y="1002665"/>
            <a:ext cx="9043670" cy="551497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0" y="349250"/>
            <a:ext cx="9321165" cy="61601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93215" y="1349375"/>
            <a:ext cx="9043670" cy="516826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0" y="349250"/>
            <a:ext cx="9321165" cy="61601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93215" y="1677035"/>
            <a:ext cx="9043670" cy="484060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0" y="349250"/>
            <a:ext cx="9321165" cy="61601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93215" y="2142490"/>
            <a:ext cx="9043670" cy="43751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0" y="349250"/>
            <a:ext cx="9321165" cy="61601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93215" y="4460875"/>
            <a:ext cx="9043670" cy="205676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925050" y="274066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0" y="349250"/>
            <a:ext cx="9321165" cy="61601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925050" y="274066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052050" y="5077460"/>
            <a:ext cx="482600" cy="42926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4175" y="0"/>
            <a:ext cx="6343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0070" y="4847590"/>
            <a:ext cx="6033770" cy="177990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4175" y="0"/>
            <a:ext cx="6343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4827270" y="3282950"/>
            <a:ext cx="2537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Thank You</a:t>
            </a:r>
            <a:endParaRPr lang="en-US" sz="3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1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1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1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1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1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1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1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1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1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1.0"/>
</p:tagLst>
</file>

<file path=ppt/tags/tag1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  <p:tag name="KSO_WM_UNIT_CONTENT_GROUP_TYPE" val="titlestyle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UNIT_TYPE" val="i"/>
  <p:tag name="KSO_WM_UNIT_INDEX" val="3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36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contentchip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  <p:tag name="KSO_WM_UNIT_CONTENT_GROUP_TYPE" val="titlestyle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  <p:tag name="KSO_WM_UNIT_CONTENT_GROUP_TYPE" val="titlestyle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  <p:tag name="KSO_WM_UNIT_CONTENT_GROUP_TYPE" val="titlestyle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  <p:tag name="KSO_WM_UNIT_CONTENT_GROUP_TYPE" val="titlestyle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  <p:tag name="KSO_WM_UNIT_CONTENT_GROUP_TYPE" val="titlestyle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UNIT_TYPE" val="i"/>
  <p:tag name="KSO_WM_UNIT_INDEX" val="5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UNIT_TYPE" val="i"/>
  <p:tag name="KSO_WM_UNIT_INDEX" val="6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UNIT_TYPE" val="i"/>
  <p:tag name="KSO_WM_UNIT_INDEX" val="7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UNIT_CONTENT_GROUP_TYPE" val="contentchip"/>
  <p:tag name="KSO_WM_UNIT_TYPE" val="i"/>
  <p:tag name="KSO_WM_UNIT_INDEX" val="8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UNIT_CONTENT_GROUP_TYPE" val="contentchip"/>
  <p:tag name="KSO_WM_UNIT_TYPE" val="i"/>
  <p:tag name="KSO_WM_UNIT_INDEX" val="9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UNIT_CONTENT_GROUP_TYPE" val="contentchip"/>
  <p:tag name="KSO_WM_UNIT_TYPE" val="i"/>
  <p:tag name="KSO_WM_UNIT_INDEX" val="10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UNIT_TYPE" val="i"/>
  <p:tag name="KSO_WM_UNIT_INDEX" val="11"/>
</p:tagLst>
</file>

<file path=ppt/tags/tag8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0.xml><?xml version="1.0" encoding="utf-8"?>
<p:tagLst xmlns:p="http://schemas.openxmlformats.org/presentationml/2006/main">
  <p:tag name="COMMONDATA" val="eyJjb3VudCI6MzgsImhkaWQiOiJmNDJlMmZmMmZhNWUyZDkyZTk5MzIxMzQ3MTJiZWMxYyIsInVzZXJDb3VudCI6Mn0="/>
  <p:tag name="KSO_WPP_MARK_KEY" val="7023136d-9efa-45e3-91bf-b99ccddb9299"/>
</p:tagLst>
</file>

<file path=ppt/theme/theme1.xml><?xml version="1.0" encoding="utf-8"?>
<a:theme xmlns:a="http://schemas.openxmlformats.org/drawingml/2006/main" name="Office 主题">
  <a:themeElements>
    <a:clrScheme name="自定义 102">
      <a:dk1>
        <a:srgbClr val="000000"/>
      </a:dk1>
      <a:lt1>
        <a:srgbClr val="FFFFFF"/>
      </a:lt1>
      <a:dk2>
        <a:srgbClr val="011163"/>
      </a:dk2>
      <a:lt2>
        <a:srgbClr val="F3F5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155</Words>
  <Application>WPS Presentation</Application>
  <PresentationFormat>宽屏</PresentationFormat>
  <Paragraphs>20</Paragraphs>
  <Slides>69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2" baseType="lpstr">
      <vt:lpstr>Arial</vt:lpstr>
      <vt:lpstr>SimSun</vt:lpstr>
      <vt:lpstr>Wingdings</vt:lpstr>
      <vt:lpstr>MiSans Normal</vt:lpstr>
      <vt:lpstr>苹方-简</vt:lpstr>
      <vt:lpstr>Wingdings</vt:lpstr>
      <vt:lpstr>MiSans Heavy</vt:lpstr>
      <vt:lpstr>Microsoft YaHei</vt:lpstr>
      <vt:lpstr>汉仪旗黑</vt:lpstr>
      <vt:lpstr>Arial Unicode MS</vt:lpstr>
      <vt:lpstr>MiSans Normal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谢杰</cp:lastModifiedBy>
  <cp:revision>272</cp:revision>
  <dcterms:created xsi:type="dcterms:W3CDTF">2026-03-12T07:04:24Z</dcterms:created>
  <dcterms:modified xsi:type="dcterms:W3CDTF">2026-03-12T07:04:24Z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1033-12.1.25205.25205</vt:lpwstr>
  </property>
  <property fmtid="{D5CDD505-2E9C-101B-9397-08002B2CF9AE}" pid="3" name="ICV">
    <vt:lpwstr>9F555CF350F8D710F2982C65846E66C9_41</vt:lpwstr>
  </property>
  <property fmtid="{D5CDD505-2E9C-101B-9397-08002B2CF9AE}" pid="4" name="KSOTemplateUUID">
    <vt:lpwstr>v1.0_mb_WWKVAA3calnmZWOTug9OwQ==</vt:lpwstr>
  </property>
</Properties>
</file>